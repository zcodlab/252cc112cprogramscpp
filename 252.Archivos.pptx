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61" r:id="rId6"/>
    <p:sldId id="262" r:id="rId7"/>
    <p:sldId id="263" r:id="rId8"/>
    <p:sldId id="264" r:id="rId9"/>
    <p:sldId id="265" r:id="rId10"/>
    <p:sldId id="266" r:id="rId11"/>
    <p:sldId id="275" r:id="rId12"/>
    <p:sldId id="268" r:id="rId13"/>
    <p:sldId id="269" r:id="rId14"/>
    <p:sldId id="270" r:id="rId15"/>
    <p:sldId id="273" r:id="rId16"/>
    <p:sldId id="274" r:id="rId17"/>
    <p:sldId id="271" r:id="rId18"/>
    <p:sldId id="272" r:id="rId19"/>
    <p:sldId id="276" r:id="rId20"/>
    <p:sldId id="277" r:id="rId21"/>
    <p:sldId id="278" r:id="rId22"/>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Estilo claro 1 - Acento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6T17:52:32.987"/>
    </inkml:context>
    <inkml:brush xml:id="br0">
      <inkml:brushProperty name="width" value="0.05" units="cm"/>
      <inkml:brushProperty name="height" value="0.05" units="cm"/>
      <inkml:brushProperty name="color" value="#FF0066"/>
    </inkml:brush>
  </inkml:definitions>
  <inkml:trace contextRef="#ctx0" brushRef="#br0">0 1 24575,'0'0'-8191</inkml:trace>
</inkml:ink>
</file>

<file path=ppt/ink/ink2.xml><?xml version="1.0" encoding="utf-8"?>
<inkml:ink xmlns:inkml="http://www.w3.org/2003/InkML">
  <inkml:definitions>
    <inkml:context xml:id="ctx0">
      <inkml:inkSource xml:id="inkSrc0">
        <inkml:traceFormat>
          <inkml:channel name="X" type="integer" max="5760" units="cm"/>
          <inkml:channel name="Y" type="integer" max="2160" units="cm"/>
          <inkml:channel name="T" type="integer" max="2.14748E9" units="dev"/>
        </inkml:traceFormat>
        <inkml:channelProperties>
          <inkml:channelProperty channel="X" name="resolution" value="167.44186" units="1/cm"/>
          <inkml:channelProperty channel="Y" name="resolution" value="111.34021" units="1/cm"/>
          <inkml:channelProperty channel="T" name="resolution" value="1" units="1/dev"/>
        </inkml:channelProperties>
      </inkml:inkSource>
      <inkml:timestamp xml:id="ts0" timeString="2025-11-14T16:18:18.017"/>
    </inkml:context>
    <inkml:brush xml:id="br0">
      <inkml:brushProperty name="width" value="0.05292" units="cm"/>
      <inkml:brushProperty name="height" value="0.05292" units="cm"/>
      <inkml:brushProperty name="color" value="#FF0000"/>
    </inkml:brush>
  </inkml:definitions>
  <inkml:trace contextRef="#ctx0" brushRef="#br0">17004 1199 0</inkml:trace>
  <inkml:trace contextRef="#ctx0" brushRef="#br0" timeOffset="3203.07">14852 1199 0,'18'0'78,"17"89"-31,0 34-31,-17-35-1,-18 18 1,0-53 0,0-35-16,0 17 31,0-17-15,-18-18 15</inkml:trace>
  <inkml:trace contextRef="#ctx0" brushRef="#br0" timeOffset="3628.04">14623 1446 0,'35'0'78,"71"-17"-62,-36 17-1,107-18 1,-124-17 0,-18 35-16,53-35 15,-70 35 1,35-18-1,-18-17 1,-17 35 0,-1 0-1</inkml:trace>
  <inkml:trace contextRef="#ctx0" brushRef="#br0" timeOffset="5133.32">15416 1217 0,'0'88'47,"0"-35"-32,0 0-15,0 88 16,0-88 0,18-18-16,-18 18 15,0-35-15,0 35 31,0-35 16</inkml:trace>
  <inkml:trace contextRef="#ctx0" brushRef="#br0" timeOffset="5691.91">15363 1182 0,'0'0'15,"18"0"1,17 0 15,177 0 1,-53 70-17,-106 19 1,0 16-1,-53 19 17,0-89-17,0 0-15,0 18 16,-18-17-16,-88 17 31,53-36-31,-53 1 31,71-18 1,18 0-17,-1 0 17,0-18-32,18-52 15</inkml:trace>
  <inkml:trace contextRef="#ctx0" brushRef="#br0" timeOffset="7924.46">16880 917 0,'-52'0'94,"-72"71"-79,89-54-15,-71 89 16,71 35 15,105 53 1,124-123-17,36 35 1,-213-89-1,1-17 1,-1 18 0,-87 35-1,-18-18 1,17-17-16,1-18 16,-36 0-1,70 0 16,19-18 1,70-52-17,53 17-15,158-71 16,71-17 15,-247 88-15,-88 71 93,0 17-109,0-17 31,0-1-31,18-17 32,53 0-17,-1-35 17,-52 18-1,0 17 16,-1 35-32,-17 35 17,18-34-32,-18-19 31,35-17-16,0-17-15,-35-1 16,36-17 0,-19 17-1,19 18 48,140 18-32,-158-18-15,176 0 15,-159 17-15,-35 36-1,0 0-15,0 35 16,0 142 15,0-160-31,18 1 16,17-18-1,-35-388 63,0-1-62,123 142 15,-87 177-15,-19 17 0,54 17-1,-71 36-15,53 53 31,-18-71 1,-17 1-32,-1-36 15,54-36 1,-54-34-16,1-18 16,0-283-1,-1 71 16,1 265-15,0 53 15,-18 105-15,-53 18-16,35 195 31,18 122 0,35-387-31,36-18 16,17-36 0,0-211 15,-88 71-15,0 35-1,0 70 1,0 0-16,71 1 47,88 17-32,511 194 1,-370-88 0,-36-1-1,-246-87 1,-124 0 15,-511-18-15,476 0-1,-89-36 1,72-17 0,-19-70-1</inkml:trace>
  <inkml:trace contextRef="#ctx0" brushRef="#br0" timeOffset="8140.14">18574 847 0</inkml:trace>
  <inkml:trace contextRef="#ctx0" brushRef="#br0" timeOffset="8861.68">15046 2134 0,'18'-17'15,"17"352"16,-35-212-15,0-52-16,0 105 16,0-123-1,0 35 1,0-35 15,0-35 0,-35-18-31</inkml:trace>
  <inkml:trace contextRef="#ctx0" brushRef="#br0" timeOffset="9128.54">14235 2434 0,'247'18'31,"-177"-18"-15,18 0 0,300 0 15,-299 0-31,52 0 31,-124-35-15,-17 17-1</inkml:trace>
  <inkml:trace contextRef="#ctx0" brushRef="#br0" timeOffset="9436.79">15399 2452 0,'17'17'0,"-34"-34"0,52 105 16,18 18 0,-53 0-1,0 17 16,0-70 1,-35-53-1,35-229-15,0-36-1</inkml:trace>
  <inkml:trace contextRef="#ctx0" brushRef="#br0" timeOffset="9783.51">15487 2293 0,'0'-18'15,"88"107"17,-17 16-17,-1 54 1,-17-18-1,-35-17 1,-18-71 0,0 0 15,0-18-15,-18-35-16,-35 0 15,-17 0 1,34 0-1,-52 0 1,71-35-16,-1 17 31,18 0-15,0-17 0</inkml:trace>
  <inkml:trace contextRef="#ctx0" brushRef="#br0" timeOffset="12187.98">16722 2540 0,'0'0'0,"17"-18"15,36 1 17,-35-1-17,-18 0-15,0 1 16,0-36 0,0 18-16,0-18 0,0-88 31,0 52-16,0 72 17,-18-1-1,-123 247-15,71-123-16,34 18 15,-52 105 1,70 18-1,18-159 17,36-53-17,-36-17 1,53-18 0,-36 0-16,36 0 15,0-88 16,-53 70-15,18 1 15,17 34 1,-17 36-17,-1-53 1,1 18-1,0-18 17,-1 0-17,19-53 1,52-176 15,-35 211-15,-18 18-1,0 0 1,-17 35-16,17 71 31,-17-71-15,-18 1 15,17-54 16,1-17-31,0 17-1,17 18 1,-17 18 0,17 17-16,18 71 31,-18-89 0,-35 1-15,35-18-1,-17-18 32,-18 1-31,18-1-16,-18 1 15,17-1 17,1 36-17,-18 52 1,0 318 0,0-317-1,0 105 16,0-123-15,-18-71 31,18-352-31,0 246-1,18-105 1,17 194-1,36-18 1,-36 53 0,0 0 15,18 18 0,-53 17-15,53-17 15,0-18 0,-18-18 1,-17-35-1,0 35 0,17 18 0,-18 18-15,1 0-16,0 17 16,-1-17-1,36-1 1,-17-17-1,-1 0-15,18-35 32,-36 17-17,36 18 48,-17 0-48,-19 0 1,1 0-16,35 0 31,-36-35 1,-17 0-1,-17 35-16,-1 0 17,-17 17-1,35 1 16,18-18-32,17-18 17,0 1 15,-17 17-47,17 0 15,0 0 1,-17 0 15,-18 17 0,18 1-15,17-18 0,88-123-1</inkml:trace>
  <inkml:trace contextRef="#ctx0" brushRef="#br0" timeOffset="12451.12">18891 2328 0,'36'53'0,"-72"-106"0,89 194 16,-35 106 15,-18-211-31,0 52 16,0 53-1,0-88 17,0-18-17,-18-35 1,-17-17-16</inkml:trace>
  <inkml:trace contextRef="#ctx0" brushRef="#br0" timeOffset="12972.35">18715 2752 0,'70'0'31,"1"17"-15,35 19 0,-53-1-16,-36-35 15,36 18-15,53 17 31,-35-35-15,-18 0-16,105 0 31,-122 0-15,-1-18-16,0 18 31,0 35 16,-35 36-16,0-36-15,0 1 15,-35-36-31,0 0 16,-36 0-1,18 0-15,18 0 16</inkml:trace>
  <inkml:trace contextRef="#ctx0" brushRef="#br0" timeOffset="14782.97">15275 3616 0,'18'35'47,"-18"106"-31,-18-17-1,-70 35 1,70-89-1,1-35 17,-1-35-17</inkml:trace>
  <inkml:trace contextRef="#ctx0" brushRef="#br0" timeOffset="15162.65">15187 3492 0,'88'36'15,"-35"52"1,35 88 0,54 54-1,-125-213 1,36 72 15,-53-72 47</inkml:trace>
  <inkml:trace contextRef="#ctx0" brushRef="#br0" timeOffset="16284.84">15222 3986 0,'18'-35'31,"35"17"0,-35 18-31,52-35 31,71 18-15,-70 17 0,35-53-1,-89 35 1,1 0-1,35 36 32,-36 0-31,-17 52-16,36 71 31,-19-105-15,-17-19-1,0-70 64,0 18-64,18 0-15,0-1 16,17 36 15,18 0-15,-18 53-1,36 71 1,-71-106 0,17 17-16,19-70 78,16-54-63,-34 72-15,17-1 16,1 0 15,34 18-15,1 0-1,17 0 1,-53-17 0,-17-1-1,-18-17 1,0 17 46,-18 53-15,18 18-15,0-35-17,0 35 16,18-53-15,0 0-16,-1 0 0,18 0 16,1-53-1,-19 0 1,19 18-16</inkml:trace>
  <inkml:trace contextRef="#ctx0" brushRef="#br0" timeOffset="17452.99">16863 3775 0,'0'17'78,"-18"36"-62,1 18 0,17 88-1,0 52 17,17-123-32,18 1 0,18 16 31,-53-69-16,0-19 1,0 1 0,-53-18-1,1 0 17,52-35-17,0-89 1,0 36-1,17 0-15,1 17 16,35-17-16,17-141 31,-17-36 1,0 177-32,-35-106 15,-1 123 1,-17 1 15,0 105 16,0 142-31,-17-89-16,17 35 15,0 36 1,0-106-16,0 53 31,17-89 0,36-17 1,-17-35-1,-19 35 16,1 0-32,17 35-15,0-17 32,18-18-17,-35 0 16,-18-18-15,0-70 0,0 53-1,0 17 32,-18 18-31,-17 18 15,35 0-31,0 17 31,0-18-15,18-17 31,17 0-32</inkml:trace>
  <inkml:trace contextRef="#ctx0" brushRef="#br0" timeOffset="17984.54">17674 3651 0,'18'0'47,"-53"53"-31,17-35-16,18-1 31,0 36-16,35 0 17,-17-17-17,17-1-15,0 0 16,-35-17 0,0 35-1,0-36 1,0 19 15,-17-19-15,-71-17-16,-1 0 15,-158-35 1,89 17-16,69-35 31,125 53 16</inkml:trace>
  <inkml:trace contextRef="#ctx0" brushRef="#br0" timeOffset="24196.53">18256 4657 0,'0'0'0,"36"194"15,-19-88 1,-17 88 15,0-36-15,0-122 15,0-1-15,-17-17-1,-36-18 1</inkml:trace>
  <inkml:trace contextRef="#ctx0" brushRef="#br0" timeOffset="24861.96">18098 4710 0,'0'0'0,"70"-36"15,-35 36 1,36 0 0,35 0-1,0 18 1,52 88-1,-122-18 1,-19-35 0,1-18-1,-36 36 1,1-54 0,-89 1-1,18-18 1,17 0-1,71 18 17,0 17 15,71 0-32,17 36 16,-71-54-15,-17 1 0,36 0 15,-36 35 0,17-36-15,19-17 15,-19 0-31</inkml:trace>
  <inkml:trace contextRef="#ctx0" brushRef="#br0" timeOffset="25588.45">18979 4568 0,'0'53'16,"0"18"0,0 123-1,0-123 1,-17 70 15,-1-71 0,18-52 1,0-177 14,0 18-30,0 123 0,53-140-1,-53 140 1,35-70 15,-35 70-31,18 0 63,35 18-48,53 177 17,-18 87-17,-53-158 1,1 0-1,-36-88 1,0-1 0,-53-17 62,17 0-78,-140-105 15</inkml:trace>
  <inkml:trace contextRef="#ctx0" brushRef="#br0" timeOffset="25924.43">18944 4939 0,'0'-18'32,"53"18"-1,-18 0-16,71 0 1,-53 0-16,35 0 31,-70 0-31,35-17 16,-18-1 15</inkml:trace>
  <inkml:trace contextRef="#ctx0" brushRef="#br0" timeOffset="26805.82">19562 4692 0,'35'0'16,"-18"18"-16,1 105 31,-18-17-15,0-71-16,0 36 31,0-54-16,0 1 1,-18-53 15,1-53-15,-36-124 15,53 159-31,0 35 0,0-17 47,18 35-31,17 18 15,-18-18-15,36 17-1,0 1 1,-35-18-1,0 0 1,17 0 0,18-53-1,-53 18-15,17-1 16,1 19 46,17 334-30,18-193-17,-53 105 17,18-176-32,-18-35 31,-18 17 16,-35-35-16,36 0-15,-36 0-16</inkml:trace>
  <inkml:trace contextRef="#ctx0" brushRef="#br0" timeOffset="27612.52">18080 5609 0,'53'0'31,"176"0"1,-141 0-32,371 0 31,88 0-15,-212 0-1,-159 0 1,-105 0-1,52 0 1,-105 0 0,0 0-1,-1 0 1,-34 0 62</inkml:trace>
  <inkml:trace contextRef="#ctx0" brushRef="#br0" timeOffset="29267.19">18115 5680 0,'0'194'62,"0"-18"-31,0-88-31,0 212 32,0 353-1,0-494-31,53 193 15,-35-16 1,52 69 15,-52 1 1,-18-247-17,0-36 1,0-17-1,0 0 1,0-53 0,0 35-1,0-18 1,-18-17-16,18 36 31,-17-54-31,17 18 0,-18 35 31,-17 53 1,17-88-17,0-35-15,-34 70 32,34-71-17,18 1-15,-18 0 31,18-36 79,124 18-95,-71 0-15,282 0 32,-88 0-17,141 53 17,-335-35-17,-18-18-15,0 35 0,1-35 31,-1 18-15,-18-18-16,19 0 0,52 0 31,-53 0-15,18 0-16,53 0 16,-88 0-1,70 17 16,-35 1-15,-36-18 31,36 0-31,-35 0-16,17 0 15,36 0 1,-54 0 46,-17-18-46</inkml:trace>
  <inkml:trace contextRef="#ctx0" brushRef="#br0" timeOffset="30548.89">17903 6720 0,'53'0'16,"0"0"-1,0 0-15,35 0 16,-17 0-1,17 0-15,212 0 32,-141 0-17,-106 0-15,70 0 16,1 0 0,-89 0-1,177 0 1,-54 0-1,-105 0 1,35 0-16,106 0 31,-158 0-15,17 0 15,-36 0-31,1 0 31,17 0 1,18 0-32,-35 0 15,52 18 17,-70 0 108</inkml:trace>
  <inkml:trace contextRef="#ctx0" brushRef="#br0" timeOffset="31750.34">18150 7638 0,'0'17'47,"0"1"-32,0 0 16,0-1-15,89-17 15,-19 0-15,283 0 15,-230 0-31,107 0 31,193 0 1,-335 0-32,36 0 15,52 18 17,0-1-17,-87 19 1,-54-36-1,-17 0 17,17 0 46,-17 0-63,17 0 1,53 0 0,-70 17-1,-1-17 1,-70 18 78,0-18-79</inkml:trace>
  <inkml:trace contextRef="#ctx0" brushRef="#br0" timeOffset="32549.29">18309 8996 0,'124'0'47,"-71"0"-31,352 0 0,-211 0-1,-17 0-15,175 35 31,54 18 1,-388-53-32,17 0 15,-17 0 48,-1 0-32</inkml:trace>
  <inkml:trace contextRef="#ctx0" brushRef="#br0" timeOffset="34043.44">16986 4463 0,'0'0'0,"0"17"16,53 71 0,-35-17-1,17 264 1,18-229 0,-53 194-1,0 229 16,0-229-15,0-230 0,0 19-1,0 52 17,0-106-17,0 53 16,18-88-15,-1 36-16,-17-19 16,18 1-16,88 70 15,0-35 17,17-18-17,-52-17-15,34 52 31,-69-52-15,17 17 15,-53-17-15,-18-53 125</inkml:trace>
  <inkml:trace contextRef="#ctx0" brushRef="#br0" timeOffset="34748.04">17674 6579 0,'18'0'31,"-1"36"-15,36-1 15,-53 0-31,53 71 31,0-35-15,0 52 0,-18-35-1,1-17-15,-19-36 16,-17-17 15,-35-18 32,35-18-48,-53 0-15,0 1 16,-123 17 15,123 0 0,18 35 1,17 0-17,-17 1 32</inkml:trace>
  <inkml:trace contextRef="#ctx0" brushRef="#br0" timeOffset="40281.28">18433 6773 0,'0'89'31,"0"-54"-15,-53 124 15,-18-18 0,71-124-31,0 71 31,-35-52-15,35-19-16,-18 36 31,1-53 32</inkml:trace>
  <inkml:trace contextRef="#ctx0" brushRef="#br0" timeOffset="40911.51">18803 6826 0,'0'106'16,"0"-212"-16,0 265 15,-71-36 1,19 89 15,16-159-31,19 18 31,-1-54-15,18 1-16,-35 17 0,35 0 31,-18 1-15,18-19-16,-18 19 16</inkml:trace>
  <inkml:trace contextRef="#ctx0" brushRef="#br0" timeOffset="41510.37">19332 6879 0,'0'53'16,"0"-106"-16,-70 318 31,17-159-15,-35 105 15,70-158-31,18 18 0,-18-36 16,18 53 15,0-70-15,0-1-16,0-34 109,0-18-93,0-18-16</inkml:trace>
  <inkml:trace contextRef="#ctx0" brushRef="#br0" timeOffset="42044.88">19826 6844 0,'0'0'0,"-35"176"31,0-88-31,-71 106 31,0 36 0,88-177-31,18-18 16,-35 36 0,35-54 15,0-34 47,71-107-62</inkml:trace>
  <inkml:trace contextRef="#ctx0" brushRef="#br0" timeOffset="42730.35">20179 6914 0,'0'212'31,"0"-424"-31,0 548 16,0-266-16,-53 89 16,53-106-1,-53 88 1,53-106 0,-18 0-1,18-17 16,-17 0 48,-1-36-48</inkml:trace>
  <inkml:trace contextRef="#ctx0" brushRef="#br0" timeOffset="51037.11">18186 11942 0,'0'0'0,"-18"-53"31,-52 35-15,34 18-1,-87-18 17,52 1-32,1 17 0,52 0 15,-158 0 16,140 0-31,-70 0 32,-17 0-17,35 17 1,0 54 0,-1-1-1,19 1 1,-1 52-1,36-52 1,-18-18 0,0 176-1,18-211 1,-18 158 15,18-88-31,-1 36 16,36-89-1,0 53 1,-17 54 0,17-19 15,0-17-15,0-89-16,0 36 15,0 36 1,0-37-1,141 160 1,-106-194 0,1 52-1,122 71 17,-140-105-32,52-1 15,1 18 1,194 88 15,-160-123-15,89 52-1,-35-34 1,-71-1-16,142-18 31,-72-17-15,-52 0 15,-18-17-15,36-54-1,-106 54 1,105-89 15,-105 88-31,35-70 16,0 35-1,-18-18-15,0 19 16,-17 52-16,-1-89 16,19 36-1,-19-17-15,19-36 16,-1 18 0,0-36-1,-35 71 1,53-52-1,-53-1 1,18 71 0,-18-18-16,0 35 15,0-88 1,0-70 15,0 158-15,0-105 15,0 70-15,0 17-16,0 19 15,0-18 1,-18-1-16,-17 1 16,-1-18-1,19 53 1,-18-53-1,-36 35 1,-52-70 15,87 71-15,-52-19 15,70 1-31,-35 0 31,-52-18 1,87 53-32,-17-35 31,17 35-15,18-18-16,-35 0 31,17 18-16,-17-17 1,17-1 0,18 0-1,-53 1 1,36-18 0,-19 17-1,19 18 1,17-18-16,-35-17 31,17 35-15,0 0 31,-17 0 15,17 0-46,-17 18-1,0 17 1,0 0 0</inkml:trace>
  <inkml:trace contextRef="#ctx0" brushRef="#br0" timeOffset="52111.82">18203 12823 0,'0'-17'16,"-53"17"15,18 0-15,-18 0-1,-88 0 1,106 0 0,0 0-16,-1 0 15,-52 35 17,70-17-17,-17 88 16,35-18-15,0-35-16,0 17 31,0 71 1,18-141-17,52 18 1,-17-18-1,53 18 1,-53-18 0,-18 0-1,18-71 17,-35-52-1,-18-1-31,0 71 15,0-123 17,0 141-32,0 17 15,0-17-15,-18-1 16,-17 1 0,17 17-1,-17 1 1,-36 17-1,54 0 1,-18 0-16,-71 0 16,70 0-1,-16 35 17,52-17-17,0 35 16</inkml:trace>
  <inkml:trace contextRef="#ctx0" brushRef="#br0" timeOffset="54939.23">14376 11201 0,'0'0'0,"53"70"31,-53-34-16,17 105 1,1-36 0,-18-16-1,0-54 1</inkml:trace>
  <inkml:trace contextRef="#ctx0" brushRef="#br0" timeOffset="55444.74">14111 11060 0,'18'-18'16,"158"36"15,-70 52-31,106 71 16,-89 18-1,-35 53 16,-88-177-15,0 0 0,0-17-1,0 17 1,-17-35 15,-1 0 0,0 0-15,1 0 47,17-35-32</inkml:trace>
  <inkml:trace contextRef="#ctx0" brushRef="#br0" timeOffset="56027.71">15011 11359 0,'17'18'31,"19"176"1,-36-123-17,0-54-15,17-17 31,19 18 16,-36-36-31,17-35-16,1 18 16,-1 0 15,19 35 0,-19 0-31,19 0 16,17 0-16,-18 53 31,-35-36-15,0 1-1,0 0 1,0-1 15,-141-34-15,123-19-1</inkml:trace>
  <inkml:trace contextRef="#ctx0" brushRef="#br0" timeOffset="56265.34">15028 11060 0,'0'-18'15,"53"18"63</inkml:trace>
  <inkml:trace contextRef="#ctx0" brushRef="#br0" timeOffset="57048.21">15610 11359 0,'18'18'32,"-18"0"-17,0 17-15,0 36 16,0-1 0,0-17-1,0-18-15,0-17 16,0 17-1,53-35 32,0 0-31,0-35 0,-36 0-1,1 35 32,0 0-31,-1 0-1,19 53 1,34-53 31,-17 0-16,-53-53-15,0 17 15,-18 36-15,1 0-16,-18 0 31,-1 18 16,54-18-16,52 0-15,19 0-16</inkml:trace>
  <inkml:trace contextRef="#ctx0" brushRef="#br0" timeOffset="58973.88">16422 11201 0,'35'0'16,"36"158"-1,-18-16 17,-18 16-17,-35-316 79,0-36-78,0 123-1,0 36 1,0 17-1,17 18 1,1 0-16,106 141 31,-89-70-15,-17-1-16,-1 160 31,-17-195-15,-17 18-1,-1-53 1,0 0-16,-35 0 31,36 0-15,-1 0-16,18-53 47,18 35-32,17 18-15,18-17 0,-18-1 16,89-35 0,-89 18-16,35-71 31,-70 35-15,0 54-16,0-36 15,0 18 16,0 70 32,0 106-32,0-106-31,18-17 16,0-18-1,17 0 1,18 0 15,-18-177 1,-35 160-17,0 52 79,35 71-78,-17-71-1,0 18 1,17-35 15,-17-18-15,35 0-16,-36 0 15,1-36 1,17-16 0,0-19-1,1 71 48,34 71-48,-34 34 17,-19-52-17,-17-70 48,0-36-48,18-18 1,-18 54 0,17 17-16,19-18 31,52 18-16,0 53 17,-70-36-17,17 1 17,-17-18-1,-1 0-16,-17-53 1,0-88 0,0 88-16,-53-17 31,36 52-15,-19 18-16,-34 0 31,52 0-31,1 0 15,-19 71 1,36-1 15,0-17-15,0-35 0,0 17-1,0-17-15,-17-1 31,-1 1-15</inkml:trace>
  <inkml:trace contextRef="#ctx0" brushRef="#br0" timeOffset="60846.65">14728 11730 0,'0'0'16,"-35"-35"-1,0 35 1,-36 0 0,36 0-1,0 0-15,0 0 16,-18 0 31,35 0 0,-17 0-32,17 0 17,-17 0 93,17 0-79</inkml:trace>
  <inkml:trace contextRef="#ctx0" brushRef="#br0" timeOffset="66556.23">14411 15293 0,'0'0'0,"71"141"31,-54-88-15,18 106 15,-35-89 0,0-34-15,-35-36 15,0 0-15,-89-177-1</inkml:trace>
  <inkml:trace contextRef="#ctx0" brushRef="#br0" timeOffset="67080.1">14093 15046 0,'71'0'16,"-142"0"-16,195 0 15,-53 0 16,17 53-15,-71-35 0,36 34-16,88 54 15,-88-70 1,-17 34-16,16 1 16,-52-36-1,18 0-15,-18-17 16,0 17-16,0-17 15,0 35 1,0-36 0,-18 19-1,-34-36-15,-90 0 32,1 0-1,124 0 0,-1-18-15,0 18 15,-17-35 0</inkml:trace>
  <inkml:trace contextRef="#ctx0" brushRef="#br0" timeOffset="67727.43">14764 15381 0,'0'0'16,"35"0"-16,-17 18 0,-1 17 16,19 177 15,-1-159 0,-18-36-15,1-17 15,35 0-15,0-53-1,-35 18 1,-1 0-1,1 0 1,0 17 0,17 18 15,35 0 16,-52 18-47,-18-1 0,0 54 31,0-54-15,0 1-16,-18 0 15,1-18 1,-19 0 0,-16 0-1,16 0 1,19-18-16,-19-17 0,1-1 15</inkml:trace>
  <inkml:trace contextRef="#ctx0" brushRef="#br0" timeOffset="67981">14870 15046 0,'17'0'78,"18"0"-62,18 0-16</inkml:trace>
  <inkml:trace contextRef="#ctx0" brushRef="#br0" timeOffset="68687.92">15381 15469 0,'0'0'15,"35"177"1,18 34 0,-53-52-1,0-124-15,0 1 16,0-19-1,0 19 1,-35-36 62,35-71-78,-35-70 0,35 70 16,-36-140-1,36 123 17,18 52-17,0 19-15,17-36 32,53 53-17,-35 0 1,0 53 15,-53 17-15,0-52-1,0 17 1,-18-35 62,-17 0-62,18-18 15,17 1-15</inkml:trace>
  <inkml:trace contextRef="#ctx0" brushRef="#br0" timeOffset="68944.11">15804 15787 0,'18'0'46,"0"0"-14</inkml:trace>
  <inkml:trace contextRef="#ctx0" brushRef="#br0" timeOffset="69827.1">16457 15469 0,'0'0'0,"18"-53"16,-18 36 47,-18 17-48,-70 17 1,35 36-1,35-17-15,-35 52 16,36-35 0,17 0 15,0-36-31,35-34 78,0-54-62,-17 53-16,0 71 62,52 53-46,-52-71-1,-1-17 1,54-18 0,-53 0-1,52-18 1,18-140 0,-88 87-1,36-105 1,-19-36-1,19 106 1,-19 71 15,-17 229 32,0-123-48,0-19-15,0 90 16,0-125 0,0 107-1,0-107 1,0 19 0</inkml:trace>
  <inkml:trace contextRef="#ctx0" brushRef="#br0" timeOffset="70500.7">16916 15540 0,'17'0'31,"-34"0"-31,34 35 15,-17 18-15,0 0 16,18-18 31,-18-105 15,35 34-46,1 36 47,-1 71-48,-35-36 1,35-52 62,89-107-31,-89 124-47,0 0 15,-17 35 48,-18 1-47,0-1-1,35 0 16,36-35-15,-54 0 0,89-17-16</inkml:trace>
  <inkml:trace contextRef="#ctx0" brushRef="#br0" timeOffset="71036.55">17621 15399 0,'0'17'47,"-17"54"-31,-19-18-16,19 0 0,17 88 31,0-123-15,0 17-1,0-18 1,17-17 0,36 0-1,-35-70 1,0 35-1,-1-1 17,18 36-1,1 0-15,-19 18-16,1 35 31,-18-35-16,18 17-15,-1 0 0,19-17 16,16-18 0,54 0-1,-70-18 1</inkml:trace>
  <inkml:trace contextRef="#ctx0" brushRef="#br0" timeOffset="72001.2">18062 15522 0,'0'0'16,"-17"177"30,17-72-30,0-52 0,0 36-1,17-89 1,19 0 0,16-36 30,-52-87-30,0 52-16,0-52 31,0 88-15,-52 158 31,52-88-32,0 124 1,0-124 0,0 1-16,35-19 15,18-17 17,-18 0-17,0-35 1,-35 0-16,0-89 31,0 71-15,18 53 31,0 71-32,17 52 16,-35-70-15,70-159 47,-52 53-48,17 18 1,-17 35 15,0 0-31,87 35 31,-16 89-15,-72-106 0,1 17-16,-1-106 78</inkml:trace>
  <inkml:trace contextRef="#ctx0" brushRef="#br0" timeOffset="73724.32">18874 15628 0,'-36'53'32,"1"-35"-17,17-1-15,-35 36 16,36-18-1,17 54 1,0-72 0,0 36-1,35-53 32,18-53-16,-18-35-15,-35 53-16,18 35 47,17 0-31,-17 17-1,0 36 1,-1 0-1,18-17 1,-35-19 0,53 1-1,-35-18 17,0 0-17,17-71 16,-17 36 1,-1 53-1,-17 35-15,0 17-1,35-35 1,-35 1-1,0-19 1,18 1 31,0-36-31,-18 1-1,53-36 1,-53-35 15,0 35-15,0 106 62,17-1-63,-17-34-15,18-18 16,0 18 0,-1-18-1,19 0 17,-19 0-32,-17-18 31,18 18 0,17 0 16,0 0-31,-17 0-1,17 0 1,-17-18-1,17-17 1,-35-106 0,0-159-1,0 159 17,0 212 30,0 105-46,0-88-16,0 71 31,18-71-15,-18-53-1,70-35 16,-70-17-15,53 17 47,-35 0-17,0-18-14,-18-17-17,-53-18 17,-265 18-1,248 35-31,52-18 15,-70-17 1</inkml:trace>
  <inkml:trace contextRef="#ctx0" brushRef="#br0" timeOffset="74000.45">19032 15628 0,'53'0'16,"71"0"-1,-18 0 1,52-18 0,-87-17-16,141 35 31,-124-17-16,-88-1 17,0-17-32</inkml:trace>
  <inkml:trace contextRef="#ctx0" brushRef="#br0" timeOffset="74964.73">15187 16651 0,'0'-53'93,"0"-17"-77,0 17-16,0 17 16,0-87-1,0-36 1,-18 106-1,-17 36 1,18 17-16,-36 0 31,17 0-15,-17 211 0,53 248 15,0-353-31,0-36 15,36 71 1,-19-88-16,-17-35 31,0 0 16,-70-71-16,52 35-31</inkml:trace>
  <inkml:trace contextRef="#ctx0" brushRef="#br0" timeOffset="75238.16">14852 16704 0,'0'0'0,"123"0"16,1 0 0,88 0 15,-124 0-31,-53 0 0,36 0 31,-18-18-15,-53 1-16,0-36 31,0 35-15</inkml:trace>
  <inkml:trace contextRef="#ctx0" brushRef="#br0" timeOffset="75677.14">15558 16598 0,'17'0'31,"54"212"-16,-54-142 17,36-52-17,-35-18-15,35 0 16,53 0 0,-53-53-1,-1-106 1,-16 142-1,-19-1 1,1 18 0,53 0-1,-54 18 1,18 35-16,-35-36 16,36 54-1,-36-53 1,-71-18 46,54-18-46,-19-53 15</inkml:trace>
  <inkml:trace contextRef="#ctx0" brushRef="#br0" timeOffset="75956.62">16422 16510 0,'0'0'0,"35"53"16,-35 0-1,18 53 17,-18-71-1,0-17 16,-18-54-32</inkml:trace>
  <inkml:trace contextRef="#ctx0" brushRef="#br0" timeOffset="76180.6">16475 16281 0,'0'0'0,"17"0"94,36 17-79,-17 36-15</inkml:trace>
  <inkml:trace contextRef="#ctx0" brushRef="#br0" timeOffset="76836.73">16863 16439 0,'-53'18'63,"18"247"-32,35-159 0,17-89 0,19-17-15,16 0 0,19-70-1,-71 52 32,35 36-16,-17-18-31,17 35 0,-17 18 16,70 0 15,-17-53-15,-71-53 31,0-18-32,-36-35 1,19 89 0,-1 17-16,18-18 15,-53 18 1,-17 35 15,52-17-15,0 0-1</inkml:trace>
  <inkml:trace contextRef="#ctx0" brushRef="#br0" timeOffset="77605.35">15663 16369 0,'0'0'0,"18"35"15,17 0 16,-17-35 1,0 0 15,-18-17-32,0-1-15,0-17 31,-18 35-15,0 0 31,18 53 0,0-36-32,0 19 1</inkml:trace>
  <inkml:trace contextRef="#ctx0" brushRef="#br0" timeOffset="89362.04">18168 12912 0,'0'0'0,"18"-18"31,88 18 0,-89 0-31,107-35 32,-54 17-32,1 18 15,17 0 1,-18 0-16,89 0 31,-123 0-15,-1 0-16,53 0 15,18 0 1,-18-18 15,-35 1 0,-18 17-15,-17 0 15,0 0-15,17 0 15,-18 0 16</inkml:trace>
  <inkml:trace contextRef="#ctx0" brushRef="#br0" timeOffset="90811.37">18150 13070 0,'18'0'47,"88"0"-32,70 0 17,36 0-17,17 0 17,-193 0-17,-19 0-15,18 0 0,1 0 16,17 0-1,0 0 1,-36 0 0,18 0-16,1 0 31,-19 0-15,1 0-1,0 0 79,-1 0-63</inkml:trace>
  <inkml:trace contextRef="#ctx0" brushRef="#br0" timeOffset="92310.08">17992 13247 0,'0'17'16,"70"1"15,71 0 1,-52-1 14,69 72-14,72-19-1,-142-35-15,-35-35-1,17 0 1,1 18 31,-18-18 0,0 0 62,-36 18 16,19-18-94,-19 17 32,36 1-16</inkml:trace>
  <inkml:trace contextRef="#ctx0" brushRef="#br0" timeOffset="93554.29">17886 13406 0,'53'0'31,"0"0"1,-36 0-32,36 0 15,-17 35 1,-1 0-16,53 0 15,0 36 1,36-1 15,-89-17-15,18-17 15,17-19-31,-52 1 0,35 17 31,17-17-15,-52-18-16,-18 18 31,35-18 32,-17 17-48,17 18 17,1-17-1,-19 0-15,-17-1-1,36 1 1,-19 0 15,-17-1 0,0 1-15,18-18 15</inkml:trace>
  <inkml:trace contextRef="#ctx0" brushRef="#br0" timeOffset="94704.22">17868 13423 0,'35'18'47,"1"88"-32,34 17 1,-52-105 0,88 141-1,-53-107 1,17 54 15,-34-53-31,-19-18 0,36 1 16,-18 34 15,1 1-15,-19-71-1,36 88 17,-35-53-32,17 1 31,-35-19-16</inkml:trace>
  <inkml:trace contextRef="#ctx0" brushRef="#br0" timeOffset="95942.21">17815 13388 0,'18'18'47,"-18"-1"-31,0 1-16,18 35 16,-18 0-1,0 52 1,0-16-1,0-1 1,0 0 0,0-53-1,0 54 1,0-72 0,0 36 15,0-35-31,0 35 15,0 0 1,0-18 0,0-17-16,0 17 15,0 0 1,0 0 15,0 1 0,0-72 188,-18-34-203</inkml:trace>
  <inkml:trace contextRef="#ctx0" brushRef="#br0" timeOffset="97171.9">17727 13317 0,'0'36'157,"-18"34"-142,-17 1 1,18-18-1,17 0-15,-18-18 16,-53 88 0,54-105-1,17 35-15,-53 53 16,35-53 15,-35 35 0,53-71-31,0 19 32,0-19-17,0 19-15,0-19 32,0 1 30,0 17-31,-17-17 1,-1 0 61,-35-54-77,53 1 0,-35-36-16</inkml:trace>
  <inkml:trace contextRef="#ctx0" brushRef="#br0" timeOffset="99429.13">14799 12118 0,'0'-18'62,"353"-17"-31,-177 0-31,-35 35 16,300 0 0,-17 0-1,-19 0 16,-281 0-15</inkml:trace>
  <inkml:trace contextRef="#ctx0" brushRef="#br0" timeOffset="108996.54">14111 17762 0,'0'-17'31,"194"17"0,-106 0-31,89 0 16,-89 0 0,-35 0-16,-18 0 15,-17 0 1</inkml:trace>
  <inkml:trace contextRef="#ctx0" brushRef="#br0" timeOffset="109474.18">14146 18133 0,'0'0'15,"0"17"17,18-17-1,0 0-31,70 18 15,0-18 1,-17 0-16,105 0 31,-123 0 1</inkml:trace>
  <inkml:trace contextRef="#ctx0" brushRef="#br0" timeOffset="110100.28">13970 18538 0,'-18'18'31,"36"-18"-15,35 0 0,0 0-1,0 0-15,194 18 32,53-1-17,-212 19 1,70-36-1,-122 0-15,17 0 16</inkml:trace>
  <inkml:trace contextRef="#ctx0" brushRef="#br0" timeOffset="122375.92">18027 12735 0,'18'-17'31,"-1"-1"-15,1 18-16,17-18 0,18-17 31,106-88 16,-124 105-47,0 18 0,54-53 15,-54 35 1,71-52 15,-36 35-15,-35 17-1,36 0 1,-18 1 0,-35-1 15,-1 0 172</inkml:trace>
  <inkml:trace contextRef="#ctx0" brushRef="#br0" timeOffset="123526.12">17692 12771 0,'88'-177'125,"88"-123"-94,-87 142 0,-54 105-15,35-53 0,-52 88-1,35-52 1,-18 52 0,-17-17 15,52-53 0</inkml:trace>
  <inkml:trace contextRef="#ctx0" brushRef="#br0" timeOffset="135281.73">7620 6985 0,'18'0'141,"87"-18"-125,-34 18-1,194 0 1,-142 0 0,177 0 15,-18 0-16,-141 0 1,142 0 0,-19 0 15,142 0 0,-318 0-31,124 0 31,-159 0-15,17 0-16,54 0 16,-71 0-1,-18 0-15,0 0 16,106 0 15,-106 0-31,71 0 31,-18 0-15,-17 0-16,88 0 31,-36 0-15,-52 0 15,-54 0-15,1 0 31,17 0-16,18 0-31,-35 0 16,17 0-16,0 0 15,1 0-15,-19 0 16,1 0 15,0-17 94,-18-1-109</inkml:trace>
  <inkml:trace contextRef="#ctx0" brushRef="#br0" timeOffset="137829.87">3298 7620 0,'230'0'109,"-19"0"-93,-122 0-1,299 0 1,-265 0 0,265 0-1,-264 0 1,193 0 15,-123 0-15,-70 0-16,193 0 31,-105 0-15,-89 0-16,54 0 15,70 0 1,-159 0 0,0 0-16,159 0 15,-159 0-15,36 0 16,105 0-1,-158 0 1,-1 0-16,36 0 16,-71 0-1,36 0 17,-54 0-32,1 0 15</inkml:trace>
  <inkml:trace contextRef="#ctx0" brushRef="#br0" timeOffset="144484.12">18468 6985 0,'0'18'32,"0"17"-17,0 106 1,0-53 15,0-35-15,0-35-1,0-1 17,0-70 46,0-35-63,0 53 1,0 0 0</inkml:trace>
  <inkml:trace contextRef="#ctx0" brushRef="#br0" timeOffset="144956.47">18468 7091 0,'18'-18'31,"-1"36"-15,36 70 0,-18 18-1,18-18 1,0-35 15,-35-106 63,-18-18-78,17 19-16,-17 16 15,18-70 1,-18 71-16,18-35 31,-18 52 16</inkml:trace>
  <inkml:trace contextRef="#ctx0" brushRef="#br0" timeOffset="145499.7">18874 7197 0,'0'0'0,"17"17"16,36 54 15,-35-36-15,-18-17-16,17-54 93,-17 1-77,0 0-16,0 0 16,0-18-1,0 17 17,-35 36 30,18 0-46,-19 36 15,36-19-15,0 1 46,18-18-46,35 0-16</inkml:trace>
  <inkml:trace contextRef="#ctx0" brushRef="#br0" timeOffset="145846.97">19191 6773 0,'0'0'16,"18"106"0,-1 18-1,19 52 16,-19-141-31,-17 89 16,0-89 0,0 0 31,-35-88-1</inkml:trace>
  <inkml:trace contextRef="#ctx0" brushRef="#br0" timeOffset="146954.29">19050 7056 0,'18'0'32,"35"-18"-17,176-17 16,-70 35-15,-71 0 15,-88 17 110,-18 19-125,-52 16-1,-36 107 16,106-88 1,0-36-1,0-17-15,53-18 15,-36-71-16,19 1 17,-19 70 46,1 17-63,0 1-15,-1 17 32,71-35-1,-70 0-31,35-18 31,-18-70-15,0 71-16,-17-19 31,0 19-15,17 17 31,-17 53-47,35 35 31,-53-53-16,0-17-15,0-1 16,0 1 0,-18 0-1,-17-18-15,-177-89 32,106 37-17,-17-37 1,105 72-1</inkml:trace>
  <inkml:trace contextRef="#ctx0" brushRef="#br0" timeOffset="151130.53">13335 8749 0,'-35'176'32,"35"-88"-17,-53 265 1,53-265 0,0 71 15,0-106-31,-18-35 47,1-18-32,-19 0-15</inkml:trace>
  <inkml:trace contextRef="#ctx0" brushRef="#br0" timeOffset="152834.38">13212 8925 0,'0'0'0,"123"0"31,-88 0-31,142 0 32,-142 0-17,71 53 1,-89-53-16,-17 88 31,0 1-15,-88 16 15,18-87-15,17 17-16,0-35 15,35 18 1,1-18 0,-1 18 62,18 17-63,88 18 1,0 17 0,-17-52-16,-1 17 15,54-17 1,-71-18-16,-18 0 15,36 0 17,-18-106-1,-53 53-31,0-17 0,0-54 31,0 89-31,0 17 31,0 36 32,0 52-47,0 1-16,0-18 15,0-18-15,0 36 16,0-1 15,0-52-15,70-18 15,-35 0-15,89-141 15,-106 106-31,-1-1 15,1-52 1,-18 70 15,17 142 32,-17-71-48,18 0-15,0 0 16,17-18 0,18-35 46,70-106-31,-87 71-15,17 88 62,-18 17-62,-18-17-1,19-18 1,-19-35 15,1 0 1,53-141-1,-19 0-16,-52 124 17,36 52 30,17 71-46,-36-71 15,19 0 0,-72-88 32</inkml:trace>
  <inkml:trace contextRef="#ctx0" brushRef="#br0" timeOffset="153095.23">14870 8696 0</inkml:trace>
  <inkml:trace contextRef="#ctx0" brushRef="#br0" timeOffset="153683.88">15205 9102 0,'0'0'0,"17"17"16,-17 1 46,0 53-46,0-1-16,0-17 16,0 53 15,18-53-15,-18-36-1,18-17 1,17 0-1,18 0 1,17-35 0,-17-53-1,-53 70 1,18 18 15,17 0-15,18 106 15,-35-71-15,-1-35 31,19-17-32,-36-71-15</inkml:trace>
  <inkml:trace contextRef="#ctx0" brushRef="#br0" timeOffset="153904.19">15593 8749 0,'70'0'79</inkml:trace>
  <inkml:trace contextRef="#ctx0" brushRef="#br0" timeOffset="154778.87">16192 9049 0,'0'17'31,"-17"89"-15,-54-35 0,-87 88 15,140-124-31,18-18 0,0 1 47,0 0-32,35-18 1,36-18 0,-18-35-1,17-88 1,-52 141 62,52 0-47,-17 18-15,0-18 0,18 0-1,35 0 1,-36 0-1,-17 35 32,-53 36-31,18-36-16,-18 0 31,17-176 47,125-71-46,16 89-1,-140 105-16,0 1 17</inkml:trace>
  <inkml:trace contextRef="#ctx0" brushRef="#br0" timeOffset="155891.76">17621 8961 0,'0'0'0,"88"229"15,-35 212 17,-53-371-17,0 1-15,36-36 16,-19 18-1,1-18 1,-36-176 47,-17-53-48,35 71-15,-18 35 16,18-71-1,0 71 1,0 35-16,0-18 31,53-35-15,0 18 15,0 35 0,-35 53 1,88 53-1,-53 18-31,-36 17 31,-17-35-15,-17 0 15,-1-18-15,0-35-16,-17 0 15,0 0 32,17 0-47,0 0 47,1 0-31</inkml:trace>
  <inkml:trace contextRef="#ctx0" brushRef="#br0" timeOffset="156648.97">18327 9172 0,'0'18'78,"-18"17"-62,-17-17-16,0-1 0,-18 54 15,17-36 1,36 1 0,-52 105-1,52-124 1,0 89 15,0-53 0,70-53 1,54 0-1,-89 0-31,0 0 31,0 0 0,-35-18 32,-17 1-48,17-1-15,-71 18 32,54-18-32</inkml:trace>
  <inkml:trace contextRef="#ctx0" brushRef="#br0" timeOffset="214610.78">18556 12594 0,'18'-17'47,"-1"34"-32,-17 1 1,36 17 0,-36 18-1,0-35 1,0 17 0,0-17-1,0-1 16</inkml:trace>
  <inkml:trace contextRef="#ctx0" brushRef="#br0" timeOffset="-213341.27">18591 12418 0,'36'-53'31,"-72"106"-31,107-124 16,-36 71-16,-17 0 16,52 0 15,-34 0-15,-19 0 30,-17 53-30,0-35 0,-53 35-1,-70-18 17,70-17-17,106 17 110,-18 0-109,-17-17-1,17-1 1,-35 1 0,18-18-1,17 0 32,18-88-16,-53 35-15,-18 53 62,18 18-47,0 35-15,0-36 15,0 18-15,36-35 15,17-35-15,-36-53 15,1 88 16,17 35-31,-35 89-1,18-71-15,-18 35 31,0 0-15,0-141 78,0-176-79,0 158 1,53-35 15,-36 106 16,19 0-31,-1 36-16,-18 17 31,-17-36-15,-17 1 31,-18-18-32,17 0 32,-17 0-16,35-18-15</inkml:trace>
  <inkml:trace contextRef="#ctx0" brushRef="#br0" timeOffset="-212541.09">19403 12241 0,'0'0'16,"35"0"-16,36 159 31,-71-53-15,17-35-1,-17-54 1,0-70 78,0 18-94,0-36 15,18 71 64,17 0-64,-17-17-15,70-54 31,-88 54-15,35-36 0,-17 17 15,17 89 16,-35 141-16,0-176-31,0 17 16,0 1-1,0-19 1,53-70 46</inkml:trace>
  <inkml:trace contextRef="#ctx0" brushRef="#br0" timeOffset="-212230.2">19932 12382 0,'0'0'16,"0"18"-1,0 17-15,0-17 47,0 0-31,18-18 46,-1 0-46,18-18 0</inkml:trace>
  <inkml:trace contextRef="#ctx0" brushRef="#br0" timeOffset="-212012.26">20055 12153 0,'18'0'31,"0"35"-31,-18-17 16,17 194 15,-17-142 0,0-52-15</inkml:trace>
  <inkml:trace contextRef="#ctx0" brushRef="#br0" timeOffset="-211779.12">19950 12153 0,'35'0'47,"-35"18"-31,53-18 31</inkml:trace>
  <inkml:trace contextRef="#ctx0" brushRef="#br0" timeOffset="-210435.15">18397 13159 0,'0'0'0,"36"53"15,-1-18 1,-35 0-16,0-17 31,0-106 79,35 70-48,0 18-31,-35 18-15,0-1-16,0 1 31,0-53 32,89-71-32,-54 88-31,18 18 63,-36 53-48,1-35-15,17 70 16,-35-35 15</inkml:trace>
  <inkml:trace contextRef="#ctx0" brushRef="#br0" timeOffset="-209292.98">18979 13194 0,'-17'18'47,"-18"87"-16,35-52-31,0-35 16,0 0 31,52-36-16,-52 0-31,36-70 31,-36 53-15,0 17 31,0 53-16,35 1-16,-35 17-15,18-36 32,17-17-1,-17 0-15,-1 0-1,1-17 1,-1-1-16,-17 53 62,18-17-46,-18 17-16,0-17 31,0-1-31,18 1 63,-1-18 15,1 0-47,0 0-15,88 0-1,-89 0 1,18 0 15,-17 0-31,0 0 47,-1 0-31,-17 18-1,0-1 1,0 1 0,-35 17 15,17-35-16</inkml:trace>
  <inkml:trace contextRef="#ctx0" brushRef="#br0" timeOffset="-209022.94">19085 12929 0,'0'0'0,"36"0"47,-1 0-16,-18-17-31</inkml:trace>
  <inkml:trace contextRef="#ctx0" brushRef="#br0" timeOffset="-208245.11">19526 13635 0,'18'0'15,"17"0"1,-17 0 15,-1 0 32</inkml:trace>
  <inkml:trace contextRef="#ctx0" brushRef="#br0" timeOffset="-207753.15">19861 13406 0,'18'0'16,"-18"17"-1,-35 71 1,35-35 0,-18 71 15,18-71-15,18-18 15,-1-17-16,19-18-15,-19 0 32</inkml:trace>
  <inkml:trace contextRef="#ctx0" brushRef="#br0" timeOffset="-207134.41">20091 13652 0,'0'53'16,"0"-106"-16,0 230 16,0-107-1,0-17-15,0 71 31,-18-54-15,18-87 31,0-36-31,0-282-1,0 246 1,0 37-1,18-37 1,17 72 15,-17 17 16,-1 106-31,19-18-1,-36-35 17,0-36-17,-18-17 1,-53 0 15,54 0-31,-1 0 0,0 0 16</inkml:trace>
  <inkml:trace contextRef="#ctx0" brushRef="#br0" timeOffset="-206377.06">20126 13952 0,'0'0'0,"0"71"15,0-36-15,0 71 16,0-35 15,0-54-15,0-52 62,0-18-63,0 0-15,0-35 0,0 35 16,0 0-16,35-53 31,36 53-15,-54 53 15,1 0-31,0 0 31,35 53 1,-53 18-1,0-54-31,0 36 31,-36-53-15,19 0-16,-54 18 31,36-18-15,17-35-16,1 35 31,-19-36 0</inkml:trace>
  <inkml:trace contextRef="#ctx0" brushRef="#br0" timeOffset="-197634.3">5027 8343 0,'0'0'0,"88"0"47,36 0-31,-89 0-16,53 0 16,477 0 15,-407 0-31,336 0 31,-370 0-15,-1 0-16,1 0 15,17 0-15,0 0 16,247 0 0,-282 0-1,194 0 1,-71 0 15,-123 0 0,-53 0 1</inkml:trace>
  <inkml:trace contextRef="#ctx0" brushRef="#br0" timeOffset="-194725.13">19262 13141 0</inkml:trace>
  <inkml:trace contextRef="#ctx0" brushRef="#br0" timeOffset="-194367.37">19350 13159 0</inkml:trace>
  <inkml:trace contextRef="#ctx0" brushRef="#br0" timeOffset="-141580.12">15258 17374 0,'0'0'0,"17"0"31,71 141 16,-88-88-47,0 36 31,18-19-15,-18-35 31</inkml:trace>
  <inkml:trace contextRef="#ctx0" brushRef="#br0" timeOffset="-140882.06">15169 17374 0,'53'0'47,"106"0"-32,-106 0 1,141 0-1,-106 53 1,-35-35 0,-18-1-16,-17 1 15,17 17 17,-17-17-32,-18 70 15,0-70 1,0 0-16,0 34 31,0-16-31,-35-36 0,-142 0 31,107 0-15,-71 0 0,123 0-16,-17 0 31,17 0-16,18-18 17,-18 0 77</inkml:trace>
  <inkml:trace contextRef="#ctx0" brushRef="#br0" timeOffset="-140569.75">16387 17657 0</inkml:trace>
  <inkml:trace contextRef="#ctx0" brushRef="#br0" timeOffset="-140275.84">16775 17427 0,'35'18'16,"0"52"-16,-105-158 0,175 318 31,-69-178-31,-36-34 32,0 0-17,0-1 32</inkml:trace>
  <inkml:trace contextRef="#ctx0" brushRef="#br0" timeOffset="-139714.66">16880 17304 0,'18'0'0,"-36"0"0,107 0 15,-1 0 1,-18 0-1,1 0-15,-1 17 0,1 19 16,0-1 0,34 53-1,-69-53 17,-36 71-1,0-70-16,-71 16 1,-17-52-16,-53 18 16,-53-18 15,123 0-31,-35 0 31,71 0-15,18 0-1,-1 0 32,0 0-47,1 0 16,-1 18-16</inkml:trace>
  <inkml:trace contextRef="#ctx0" brushRef="#br0" timeOffset="-138914.99">15258 17956 0,'0'0'16,"17"0"-16,36 0 15,18 265 16,-54-124-15,54-70 0,-53-54 15,-1-17-15,1 0-16,0 0 0,52 0 31,-17-123-16,-53-1 1,0 71 0,0-35-1,0 18 1,0 52 0,-18 0-1</inkml:trace>
  <inkml:trace contextRef="#ctx0" brushRef="#br0" timeOffset="-138339.8">16245 17903 0,'0'0'0,"-70"53"31,-1-35-31,54 0 16,-36 17-1,53-17 17,0-1-17,17-17 1,107 71 0,-71-18-16,0-36 31,-18 1-16,-35 17 1,0-17 0,0 35 15,-53-53-31,-18 0 0,19 0 16,-107 0 15,141 0-31,1 0 31,-1 0 0,18-35-15,0-1 0</inkml:trace>
  <inkml:trace contextRef="#ctx0" brushRef="#br0" timeOffset="-137476.45">16545 17992 0,'0'17'16,"0"-34"-16,36 105 15,-36-18 1,17 19 15,-17-125 47,0-34-62,0-1 0,18 18-1,17 53 1,-35-17 0,88 17 15,-52 0-31,34 0 31,-70 17-15,0 1-16,-35 35 31,0-35-15,-1-18-16,19 0 31,105 17 63,-18 18-94,36 18 15,-88-35 1,17 17-1,-35 18 17,-176-35-17,88-18 1,-159 0 0,141 0 15,88 0 0,1 0-15,-1 0-1</inkml:trace>
  <inkml:trace contextRef="#ctx0" brushRef="#br0" timeOffset="-134444.58">15416 18732 0,'18'0'31,"17"36"16,-17 105-16,-36-212 63,1-35-78,17 71 15,17 35 0,1 0-15,0 0 15,-1 0-31,19 0 31,-1 0-15,-18 0-16,36 0 31,36-35 1,-89 0-32,17-36 15,1 36 1,17 17-1,18 89 64,-53-36-79,53 88 31,0-52-16,-36-71 1,-17 18 0,36-18-16,-1 17 15,71-17 17,-53-53-17,-18-17 1,-17 35-1,-18 17 1,0 0 0,-18 18 15,-17 0-15,-1 18 30,36 0-46,0 17 0,0 0 32,18 0-17,17-35 1,36 0 0,-53 0-1,52-17 1,-70-1-16,18-17 31,-18 17 16,70 53 0,-52 54-32,-18-36 17,0-106 30,0 35-46,0 0-16,18-35 31,17 36-15,35 17 15,-34 0-15,-19 0-1,1 0-15,-18 35 16,35-17-1,-35 17 1,0-70 78,0-53-79,89 35 1,-37 53 0,37-36-1,52 36 17,-124 0-32,54 0 31,-53 89-16,-18-19 1,17-17 15,1-71 79,52-35-79,-17 53 0,-17 0 0,-19 18-15,54 88 15,-71-88-15,70-1 15,-34-17-15,-1 0-1,0-35 1,-35-124 15,-17 124-15,-1 17 15,0 18 0,36-17 32,105 17-47,-52 0-16,17 53 31,-88-36-16,18 1-15,-1-1 16,36-34 109,177 17-94,-213 0-15,19 17 0,-19 1-16,1 0 15,-18-1 1,0 1-1,-35-36 48,-36-87-32,36 34-31</inkml:trace>
  <inkml:trace contextRef="#ctx0" brushRef="#br0" timeOffset="-134213.28">18133 18221 0,'35'-18'15,"-17"18"64</inkml:trace>
  <inkml:trace contextRef="#ctx0" brushRef="#br0" timeOffset="-133513.35">18697 18609 0,'-35'35'78,"0"89"-46,35-89-17,0-17 1,35-1 15,-17-17-15,-1 0-16,-17-17 0,18-89 31,17 71-15,0 35 46,18 88-31,-35-71-31,-18 19 32,18-36-17,52 0 16,-52 0-15,-1-53-16,-17-18 16</inkml:trace>
  <inkml:trace contextRef="#ctx0" brushRef="#br0" timeOffset="-133166.86">19226 18186 0,'0'0'0,"89"247"32,-54-159-32,0 35 15,-17-52 1,-1-1-1,-17-105 64,-17-18-79,-54-158 31,36 140-31</inkml:trace>
  <inkml:trace contextRef="#ctx0" brushRef="#br0" timeOffset="-132918.05">19068 18133 0,'17'-35'47,"71"17"-32,-52 18-15,17 0 16,53-18 0,-71 1-1,0 17-15,-17 0 32</inkml:trace>
  <inkml:trace contextRef="#ctx0" brushRef="#br0" timeOffset="-132565.28">18803 18450 0,'0'0'16,"0"18"-16,53-18 16,18 18 15,52-18-31,71 17 31,-141-17-31,123 0 31,-140-17-15,-19-1-16,36-70 31,-35 70-31,-18-35 16,17-17 0,-17 52-16</inkml:trace>
  <inkml:trace contextRef="#ctx0" brushRef="#br0" timeOffset="-132195.03">19808 17762 0,'0'0'0,"36"494"31,-36-247 0,0-194-15,0-35-1,0-1 1,-18-17 62</inkml:trace>
  <inkml:trace contextRef="#ctx0" brushRef="#br0" timeOffset="-131743.06">20073 18433 0,'0'70'62,"-18"-35"-46,18-17 46,36-18 48,-19 18-79,19-18-15,-1 0-1,0-36-15</inkml:trace>
  <inkml:trace contextRef="#ctx0" brushRef="#br0" timeOffset="-131373.04">20285 18256 0,'0'18'32,"0"35"-17,0 88 16,35-53 1,-17-88-17,-18 53 32,-141-71-16,105 18-31,1-35 16,-36-88 0,71 34-16</inkml:trace>
  <inkml:trace contextRef="#ctx0" brushRef="#br0" timeOffset="-130812.38">20285 17939 0,'0'0'16,"53"159"15,-18-54-31,-17-16 0,-18 16 15,0 19 1,0-1 15,17-123 110,1 18-125,-18 17-16,17 36 31,1-71 0,-36 53 0,-17-53 1,18-18-17,-1 0-15</inkml:trace>
</inkml:ink>
</file>

<file path=ppt/ink/ink3.xml><?xml version="1.0" encoding="utf-8"?>
<inkml:ink xmlns:inkml="http://www.w3.org/2003/InkML">
  <inkml:definitions>
    <inkml:context xml:id="ctx0">
      <inkml:inkSource xml:id="inkSrc0">
        <inkml:traceFormat>
          <inkml:channel name="X" type="integer" max="5760" units="cm"/>
          <inkml:channel name="Y" type="integer" max="2160" units="cm"/>
          <inkml:channel name="T" type="integer" max="2.14748E9" units="dev"/>
        </inkml:traceFormat>
        <inkml:channelProperties>
          <inkml:channelProperty channel="X" name="resolution" value="167.44186" units="1/cm"/>
          <inkml:channelProperty channel="Y" name="resolution" value="111.34021" units="1/cm"/>
          <inkml:channelProperty channel="T" name="resolution" value="1" units="1/dev"/>
        </inkml:channelProperties>
      </inkml:inkSource>
      <inkml:timestamp xml:id="ts0" timeString="2025-11-14T16:23:24.910"/>
    </inkml:context>
    <inkml:brush xml:id="br0">
      <inkml:brushProperty name="width" value="0.05292" units="cm"/>
      <inkml:brushProperty name="height" value="0.05292" units="cm"/>
      <inkml:brushProperty name="color" value="#FF0000"/>
    </inkml:brush>
  </inkml:definitions>
  <inkml:trace contextRef="#ctx0" brushRef="#br0">7479 3598 0,'0'-17'78,"70"-19"-78,248 1 31,617 35 1,-706 0-17,18 0-15,194 0 16,-247 0-16,18 0 16,141-18-1,-177 18-15,441-52 31,-405 34-15,405 0 0,-440 18-1,34-35-15,-34 35 16,70 0-16,-71 0 16,459 0 15,-353 0-16,-17 0 1,-177 0-16,194 0 31,-194 0-31,-35 0 16,53 0 0,-71 0-16,1 0 31</inkml:trace>
  <inkml:trace contextRef="#ctx0" brushRef="#br0" timeOffset="1169.23">21026 3845 0,'158'0'47,"195"0"-32,-177 0 1,54 0-1,34 0-15,-17 0 16,847 0 15,-759 0-31,441 0 16,106 0 31,-529 0-32,-177 0-15,-52 0 16,52 0 0,-105 0-16,-36 0 15,53-17 1</inkml:trace>
  <inkml:trace contextRef="#ctx0" brushRef="#br0" timeOffset="7534.69">12682 6227 0,'0'17'78,"0"1"-62,18-18 15,35 0-15,0 0-16,211 0 16,19 0 15,493 0 0,-600 0-31,353 0 31,-264 0-15,-142 0-16,142 0 16,-177 0-1,36 0-15,-1 0 16,177 0-1,-212 0 1,53 0-16,247 0 16,-264 0-1,35 0 1,17 0 15,-123 0-31,-36 0 31</inkml:trace>
  <inkml:trace contextRef="#ctx0" brushRef="#br0" timeOffset="9367.34">21908 6191 0,'0'0'0,"-53"18"15,35-18 17,194 0 77,-52 0-109,52 0 16,565-18 15,-494 18-31,141 0 15,-176 0 1,158 0 0,-211 0-16,-36 0 15,477 0 17,-512 0-32,18 0 31,123 0-16,-176 0 1,71 0 0,-89 0-1,-17 0 1</inkml:trace>
  <inkml:trace contextRef="#ctx0" brushRef="#br0" timeOffset="12041.14">7620 7408 0,'35'0'62,"89"0"-46,-36 0 0,177 0-1,-107 0 1,-17 0-16,159 0 31,-159 0-31,600 0 31,-423 0-15,-160 0-16,231 0 31,87 0 1,-406 0-17,54 0 1,-89 0-16,36 0 31,-54 0 0</inkml:trace>
  <inkml:trace contextRef="#ctx0" brushRef="#br0" timeOffset="23487.48">4269 8749 0,'70'-18'63,"124"18"-48,-123 0 1,52 0-1,-70 0-15,124 0 16,-107 0 0,106 0-1,19 0 1,-90 0-16,89 0 16,-105 0-1,87 0 1,-88 0-1,18 0-15,70 0 16,160 0 0,-231 0-1,230 0 17,-264 0-32,35 0 15,-18 0-15,159 0 31,-124 0-15,-70 0-16,124 0 31,-36 0-15,-123 0 0,52 0-1,54 0 1,-107 0-16,36 0 15,106 0 1,-124 0 0,36 0-1,-54 0-15,107 0 16,-54 0 15,-34 0-31,69 0 16,-87 0-1,35 0 1,53 0 15,-71 0-15,-35-17 203</inkml:trace>
  <inkml:trace contextRef="#ctx0" brushRef="#br0" timeOffset="25937.6">21766 8855 0,'106'-36'78,"159"19"-63,17 17 1,-106-18 0,1 1-16,-54 17 15,565 0 17,-582 0-32,229 0 31,-88 0-16,-141 0-15,282 0 32,-229 0-17,194 0 17,-265 0-32,35 0 0,-35 0 15,71 0 1,-53 0-1,-35 0 1,-36 0-16,-18 0 16,1 0-1,0 0 63,35-18-46,-53 0-17</inkml:trace>
  <inkml:trace contextRef="#ctx0" brushRef="#br0" timeOffset="41704.56">11589 9913 0,'159'0'94,"-71"0"-78,247 0-1,-176 0 1,105 0 0,124-35 15,-264 35-31,228-18 31,-16 0-15,-178-17-1,178 35 1,-1 0 15,-300 0-15,0 0-16,18 0 15</inkml:trace>
  <inkml:trace contextRef="#ctx0" brushRef="#br0" timeOffset="42983.99">16210 9754 0,'106'0'140,"264"0"-108,-228 0-32,316-35 31,-317 35-16,335 0 1,-352 0 0,17 0-16,-53 0 15,247 0 1,-158 0 0,-36 0-1,-71-18 1,-17 18-16,124 0 31,-54 0 0,-105 0-31,0 0 16,17 0 0,-18 0 15</inkml:trace>
  <inkml:trace contextRef="#ctx0" brushRef="#br0" timeOffset="48863.62">8925 11836 0,'18'35'31,"-18"106"-15,0-53-16,0-52 16,0 69-1,18-34-15,34 17 31,-34-88-15,123 0 15,-123-18-15,17-158 15,-17 158-31,-1 1 16,1-18-16,0 17 47,-18 0-32,17 18 1,1 88 0,-18-35-1,18 36 1,-18-37 15,0-87 47,35 0-78,0-36 16,0 18-1,1 36 1,-36-1 0,35 18 15,0 71 0,1 70-15,-36-106-1,0 0 1,70-88 62,-35 1-78,-17-19 16,35-52-1,-35 52 1,17 36 0,-35 70 31,0 53-32,0 0-15,0 124 16,0-124-1,0 142 1,0-195 0,0-18-16,0 1 31,0-71 16,0-35-47,0 35 0,0-141 31,17 106-15,1 17-16,0 36 15,52-71 1,-34 53 0,-1 36-1,-17-19 1,-1 36 15,-17 89 0,0-37-15,0-16-16,-35 52 31,0-70-15,105-71 93,36-88-78,-53 35 1,-35 88-17,-18 0 1,0 54 46,0 87-46,0-70-16,17 18 31,1-54-15,-1-17 15,54-88-15,-36 0-1,1 17 1,-19 54 15,-17 87 32,0 107-32,18-160-15,-18 1-1,18-18-15,176-88 32,-53-283-1,-71 213-16,-35 69 1,-17 72-16,-18-54 31,18 54-15,-18 158 46,-106 176-46,106-264 0,-18 159 15,1-159 0,-19-53 0,19 0-15,17-89 0,0 37-1,0 16-15</inkml:trace>
  <inkml:trace contextRef="#ctx0" brushRef="#br0" timeOffset="49236.31">10601 11853 0,'123'-17'46,"-17"-1"-30,176-35 0,-193 53-1,-19-17 1,89-72 15,-141 89-31,-18-17 0,17-1 31,-17 0 1</inkml:trace>
  <inkml:trace contextRef="#ctx0" brushRef="#br0" timeOffset="49908.81">8925 11342 0,'0'35'0,"0"-70"0,0 211 47,36-141-32,34-17 1,36-18-1,-53-18-15,-35-87 32,-18 16-17,0 54-15,0 0 32,0 17-32,-18 18 31,0 0-16,-35 0 17,142 18 30</inkml:trace>
  <inkml:trace contextRef="#ctx0" brushRef="#br0" timeOffset="50906.13">11412 9648 0,'0'53'46,"-158"177"-30,122-142-16,-87 106 31,-124 247 1,159-247-17,-71 88 1,141-211-1,-35 35 1,18-36 0,-18 18 15,36-70 47,-1-18-47,0 0 1,18-53-17</inkml:trace>
  <inkml:trace contextRef="#ctx0" brushRef="#br0" timeOffset="51857.87">11659 9754 0,'36'-17'47,"52"281"-16,-35-176-31,70 265 32,-52-141-17,-18-124 1,17 141 0,-52-140 15,-18-72-31,17 1 31,1-18 110,0-18-141</inkml:trace>
  <inkml:trace contextRef="#ctx0" brushRef="#br0" timeOffset="52534.64">12876 11536 0,'18'0'31,"53"-18"0,-71 1-31,0-107 16,0 18-1,0 36 1,0 52 15,-106 53 16,-18 159-31,36-35-1,-88 353 1,123-371 0,0 264 15,53-316-31,0-1 0,0 88 47,0-158-32,-18 0-15,1-18 32,-36-18-1,35-17-31,18-18 16,-35 0-16,35 0 15</inkml:trace>
  <inkml:trace contextRef="#ctx0" brushRef="#br0" timeOffset="52853.59">12206 12400 0,'53'0'32,"194"0"-1,-141-35-31,105-18 31,-122-18-15,-36 18-16,-36 36 15,1 17-15,0-53 16,-1 35-16</inkml:trace>
  <inkml:trace contextRef="#ctx0" brushRef="#br0" timeOffset="53060.01">13070 12047 0,'0'0'15,"53"53"16,-53-17-31,0 16 16,36-16 0,-36-1-16,0-17 47,0-18-16,-18-53-31</inkml:trace>
  <inkml:trace contextRef="#ctx0" brushRef="#br0" timeOffset="53293.33">13141 11730 0,'18'0'47,"17"-18"15</inkml:trace>
  <inkml:trace contextRef="#ctx0" brushRef="#br0" timeOffset="53692.06">13406 11218 0,'17'18'32,"-34"-36"-32,87 495 31,-70-336-31,0-18 16,0 54-1,0-89-15,0 0 0,35 71 31,-35-142-15,-17-70 78,17 18-94,0-18 15</inkml:trace>
  <inkml:trace contextRef="#ctx0" brushRef="#br0" timeOffset="55189.91">13776 12047 0,'-18'71'63,"-70"141"-48,88-124 1,0-53 0,0 71-1,0-88 1,18-18 31,17-18-32,-17-35-15,17-35 16,0 0 15,-35 70 63,53 0-16,-35 1-62,17-54-1,-17 71 1,-1-18-16,-17-34 16,0-1 15,0 35-16,-17 18 64,-54 53-64,36 0-15,17-18 16,-17 0-1,17 18-15,18-35 16,-17 35 0,17 17-1,-18-17 1,18 18 15,0-36 0,0-17-15,0 17 0,18-17-1,-1-18-15,19 0 32,34 0-1,-17 0 0,-35-18 0,52 0-15,-52 18 15,0-17-31,-1-1 16,1 1-16,-1-54 31,1 71-15,0-18-16,-18 1 187,-71-36-156,36 35-31</inkml:trace>
  <inkml:trace contextRef="#ctx0" brushRef="#br0" timeOffset="56936.4">14252 10037 0,'18'123'63,"141"159"-48,-54-158-15,266 246 32,-265-282-32,-36-17 15,18-1-15,-35-17 16,-35 0-1</inkml:trace>
  <inkml:trace contextRef="#ctx0" brushRef="#br0" timeOffset="57547.47">15910 12259 0,'0'0'0,"18"0"47,0-18-31,-18-193 15,0 158-31,-142-194 31,19 106-15,105 105 0,-17 36-1,17 0 1,-70 18-1,71 53-15,-36 35 16,35-18 0,-70 229-1,88-176 1,0-17 0,0 158-1,0-194-15,17 0 31,-17-35-15,0-35 31,-52-36-31,-19-52-16,71 17 15,-141-71 1</inkml:trace>
  <inkml:trace contextRef="#ctx0" brushRef="#br0" timeOffset="57818.4">15081 12471 0,'212'0'31,"-424"0"-31,759 0 31,-459 0-31,0 0 0,71-18 32,-159-17-17,0 17-15,0-52 16</inkml:trace>
  <inkml:trace contextRef="#ctx0" brushRef="#br0" timeOffset="59659.73">16298 11201 0,'0'106'15,"0"-212"-15,0 653 16,18-36 15,0-405-15,35 35 0,-53-123-1,0-1 16,17 1 16,54-89-15,-36-17-17,0 53 1,-35 17-1,0 106 64,0-52-64,53 122 16,-53-140-31,35 53 0,1-18 32,17-36-17,-36-17-15,54 0 32,-18-141-17,-53 123 1,17-17-1,-17 18 1,0 87 62,0-52-62,0 17-1,0-17 1,0-1-16,36-17 47,34-35-31,36-212 15,-71 176-16,-35 54-15,53 193 94,53 230-78,-35-247-1,-36 88 1,35 17 15,-70-211-31,0-35 32,0-1-17,-88-52 16,71-18-15,-1-17-16,-53-265 16,71 246-1,0-87 1,36 141 15,-19-18-15,1 35-16,17 0 31,-35 1 0,36-1 1,-1 159-17,0-88-15,0 18 31,-17-54-15,35 1 0,-35-18-1,35-35 17,17-230-17,-70 124 16,-18-53 1,18 176-32,-17 18 15,-54 0 1,54 18 0,-19 53-1,-17 34 16,53-87-15,0 17 0,0-17-1,-53-71 32</inkml:trace>
  <inkml:trace contextRef="#ctx0" brushRef="#br0" timeOffset="60082.6">17251 11959 0</inkml:trace>
  <inkml:trace contextRef="#ctx0" brushRef="#br0" timeOffset="63019.65">16845 12435 0,'18'0'47,"-1"18"-31,-17 0-16,0 70 31,0-70-15,0 52-1,0-52 17</inkml:trace>
  <inkml:trace contextRef="#ctx0" brushRef="#br0" timeOffset="70472.48">2081 11430 0,'18'-18'32,"123"1"-17,600 17 17,-212 0-17,18 0 1,-106 0-1,-265 0 1,248 0 0,-336 0-1,-35 0-15,53 0 32,-71-18-32</inkml:trace>
  <inkml:trace contextRef="#ctx0" brushRef="#br0" timeOffset="73407.92">2134 11412 0,'-17'0'62,"-54"477"-30,71-389-17,0 335 1,0-246-1,0 175 1,0 177 0,0 124 15,0-512-15,0-17-16,0 17 15,0 194 16,0-265-31,18 54 0,-1 158 32,1-17-1,-18-195-31,0 54 16,0-71-1,0 70 1,0 1-1,0-54 1,0-17-16,0 71 16,0-36-16,0 106 31,0-141-15,0 88-1,0-106 1,0 18-16,0 53 31,0-53 0,0-36-15,0 1 0,18 17 15,-18-17-31,0 0 47,88-18 78,176 0-110,-140 0 1,299 0 0,230 35 15,17 53 0,-546-70-15,264 52-1,-282-52 1,105 0 0,-105 34-1,-18-34-15,194 53 31,18 35-15,-159-89 0,-123-17-1,0 0 32,17-35-16,-17-36-15,-18 36 0,17-124-1,-17 124 1,0-318 0,0 212-1,0-35-15,0-248 31,106-246 1,-106 529-17,0-35-15,18 17 0,-18-35 16,0-18 0,0 71-16,0-71 0,0 1 15,0 70 1,0-36-16,0 54 0,0 35 15,0-177 1,0 177 0,0-18-16,53 18 15,-36-194 17,-17 105-32,0 124 15,0-35-15,0-71 31,0 89-31,0 34 16,0-87 0,0 17 31,0 89-32,0-19 48,-35-17-32,17 36-31,-35-71 31,1 17-15,34 36-16,-35-36 31,35 36-15,18 0-16,-17 17 15,-1-17 1,0 35 46,-35 0-46,36 0-16,-18 0 0,-36 0 31,18 0-15,-70 0 0,70 0-1,0-18-15,-18 0 16,-123-35-1,-53 18 17,-123 35-1,317 0-15,35 0 15</inkml:trace>
  <inkml:trace contextRef="#ctx0" brushRef="#br0" timeOffset="75198.42">2540 10742 0,'0'141'46,"-71"36"-30,71-54 0,0-105-1,0-1 1,-17 1 15,-36-36 0,53-35-31</inkml:trace>
  <inkml:trace contextRef="#ctx0" brushRef="#br0" timeOffset="75701.85">2417 10601 0,'35'-18'16,"53"124"0,18 35 15,-18-53-16,-35-88 64,-18-35-64,18-53 16,-53 17-15,53-17 0,-35 53-1,17-71 1,-35 53 0,0 18-16,18 0 15,-1 17 1</inkml:trace>
  <inkml:trace contextRef="#ctx0" brushRef="#br0" timeOffset="76325.39">3210 11095 0,'18'17'15,"-18"1"17,35-18-17,0 0 1,-17 0 0,17-18-16,-35 1 15,0-89 1,0 18 15,0 70 47,-35 36-78,17-1 16,-17 1-1,35 0-15,0 35 16,-17-36 0,17 1 15,35 0 31,18-18-46</inkml:trace>
  <inkml:trace contextRef="#ctx0" brushRef="#br0" timeOffset="76702.67">3792 10495 0,'0'212'31,"0"35"-15,0-194-16,0 35 16,0 53-1,0-123 1,0-1 15,0-70 16</inkml:trace>
  <inkml:trace contextRef="#ctx0" brushRef="#br0" timeOffset="76997.56">3387 10724 0,'0'0'0,"511"-88"31,-299 18-31,229 34 32,-335 19-17,-71 17-15,-17-18 16</inkml:trace>
  <inkml:trace contextRef="#ctx0" brushRef="#br0" timeOffset="77768.87">4533 10813 0,'0'0'0,"-335"0"32,194 88-17,106-35 1,17 0 0,18 0-1,18 35 16,-18-71-31,53 1 16,35-18-16,-71 0 16,72 0-1,-72 0-15,19-71 16,-19 1 0,-17 17-1,35 53 79,-17 18-78,70 87-1,-35-87 1,18 17-1,17 1 1,-53-54 15,0-17-15,-17-1-16,0 1 16</inkml:trace>
  <inkml:trace contextRef="#ctx0" brushRef="#br0" timeOffset="78457.1">5186 10724 0,'0'0'16,"0"-17"-1,-35 17 1,-107 35 15,107 0 0,35 18 48,53 18-48,71-18-16,-72 0-15,-16 35 32,-36-53-17,-106 0 32,-18-35-31,-17-17-1,106-1 1,0 0 0,35 1 77,0-1-77</inkml:trace>
  <inkml:trace contextRef="#ctx0" brushRef="#br0" timeOffset="78816.82">5609 11112 0</inkml:trace>
  <inkml:trace contextRef="#ctx0" brushRef="#br0" timeOffset="79253.66">6050 10178 0,'0'0'0,"-70"441"16,52-230 15,18-175-15,0 16-16,0-16 31,0-19-16,0 1 32,53-18-31</inkml:trace>
  <inkml:trace contextRef="#ctx0" brushRef="#br0" timeOffset="79573.39">5662 10478 0,'194'35'16,"-388"-70"-16,900 105 16,-459-17 15,-230-53-16</inkml:trace>
  <inkml:trace contextRef="#ctx0" brushRef="#br0" timeOffset="79887.57">6650 10866 0,'0'0'0,"70"105"15,19 54 1,16-35 0,54-19 15,-124-105-16,-17 0 17,17-17-17,-35-36-15,36-88 16</inkml:trace>
  <inkml:trace contextRef="#ctx0" brushRef="#br0" timeOffset="80168.84">7179 10936 0,'0'0'0,"-141"141"16,53-88-16,-106 88 31,70-53-16,89-70 17,17-18-1,-17-35 0</inkml:trace>
  <inkml:trace contextRef="#ctx0" brushRef="#br0" timeOffset="80574.48">7126 10442 0,'0'0'0,"18"0"15,52 71 1,-70 17 0,53 194-1,-35-176 1,17 35-1,-35-123 17,18-1-17,17 1 32,-17-18-31,35-18-1</inkml:trace>
  <inkml:trace contextRef="#ctx0" brushRef="#br0" timeOffset="80888.14">6950 10672 0,'0'0'16,"123"0"-16,-17 35 15,159 0 1,-71 18-16,247 0 31,-388-53-15,17 0-16,-52 0 0</inkml:trace>
  <inkml:trace contextRef="#ctx0" brushRef="#br0" timeOffset="82236.3">2434 11994 0,'0'230'78,"0"-142"-78,35 18 15,-35 35 1,0-123 0,-35-18 77,-35 0-77,17-18-16,-71 18 16,89 0-1,17-18 32,18-17 16</inkml:trace>
  <inkml:trace contextRef="#ctx0" brushRef="#br0" timeOffset="82590">2681 12259 0,'18'106'15,"-36"-212"-15,89 318 16,-54-142-16,19 18 31,-19-70-15,1-36 46,-18-17-46,0-124 0</inkml:trace>
  <inkml:trace contextRef="#ctx0" brushRef="#br0" timeOffset="82795.48">2611 12118 0,'0'0'16,"-36"0"-16,19 18 15,-19 17 1,19-18 15</inkml:trace>
  <inkml:trace contextRef="#ctx0" brushRef="#br0" timeOffset="83809.77">2805 12153 0,'0'88'31,"-36"18"-15,36-71-16,0 36 47,0 17-32,0-35 1,18-53-16,35 0 31,17 0-31,89-17 32,-141-54-17,-18-53 1,0 36-1,0 53-15,0-88 32,-35 87-1,35 1-31,-89 17 31,54 18-31,-106 0 31,106 18-15,-1 17-16,19 18 31,-1 0-15,36-35 31,-1-18-47</inkml:trace>
  <inkml:trace contextRef="#ctx0" brushRef="#br0" timeOffset="84479.54">3528 12100 0,'-53'0'16,"106"0"-16,-124 0 0,1 0 15,-1 0-15,1 0 47,70 36-47,0 16 31,0 1-15,0-17 0,17-19-1,1 19 1,-1 16 0,-17-34-1,-17 53 16,-107-71 1,71 0-17,-35-36 1,71 19 0,-1-1 15,18-17-16,0 17 1,18-35 0,35 53-16</inkml:trace>
  <inkml:trace contextRef="#ctx0" brushRef="#br0" timeOffset="85060.03">3598 12330 0,'18'0'16,"17"0"15,71 0 0,-88-53 0,-18 17 1,0 19-17,0-1 1,0 0-16,-88 18 31,-18 0-15,35 18-1,53 53 17,18 70-17,0 0 32,18-123-47,35-18 16,-18 0-16,18 0 15,18 17 1,35-17 15,-89-35-15,1-53 15,0 88-15,-18-18-1</inkml:trace>
  <inkml:trace contextRef="#ctx0" brushRef="#br0" timeOffset="85581.51">4798 12100 0,'0'36'31,"0"299"0,0-300-31,0 88 32,0-87-1,-18-19 16</inkml:trace>
  <inkml:trace contextRef="#ctx0" brushRef="#br0" timeOffset="86286.62">5151 12294 0,'-18'18'0,"36"-36"0,-54 36 16,1 17 0,106-35 109,246 88-94,-299-88-15,-1 53-1,-17 18 16,0-53-15,0 17 0,-17 0-1,-124-35 1,88 0 0,-88 0 15,105 0 0,1-35 0,35-18-31,0 35 32,0-35-17</inkml:trace>
  <inkml:trace contextRef="#ctx0" brushRef="#br0" timeOffset="86590.07">5098 12206 0,'105'-18'47,"160"18"-31,-36 0 0,-105 0 15</inkml:trace>
  <inkml:trace contextRef="#ctx0" brushRef="#br0" timeOffset="87351.65">2187 13123 0,'0'0'0,"247"18"32,-88 0-17,-89-18-15,-17 17 32,-35-17-1,-124-53-16,36 36 1</inkml:trace>
  <inkml:trace contextRef="#ctx0" brushRef="#br0" timeOffset="88253.18">2258 13070 0,'70'142'15,"-140"-284"1,158 319-16,-53-107 0,-17 71 31,-18-70-15,0-36-16,0 18 31,0-18-15,-18-17 15,1-18-15,-1 0-1,0 0 1,18-35-1,0-36 1,0 54-16,53-72 31,-17 72-15,87-36 15,-88 18-31,-17-1 16,17 19-1,0-19 1,-17 19 0,0 17 15,35 53 0,-36-18-15,-17 18-16,18-18 31,35 36 0,-35-54 1,-1-17-17,18-17 1,-17-71-1,35-89 17,-53 142-17,35-36 17,-35 54 61</inkml:trace>
  <inkml:trace contextRef="#ctx0" brushRef="#br0" timeOffset="88839.7">3281 13123 0,'17'18'31,"-34"53"0,-1-36-31,1 35 0,-1 19 31,18-37-15,18-52 46,34-17-46,-16-1 0,34-52-1,-70 52 1,18 0 0,17 89 46,0-18-31,-35-36-15,0-69 62,0-37-62</inkml:trace>
  <inkml:trace contextRef="#ctx0" brushRef="#br0" timeOffset="89419.84">3563 13229 0,'0'0'15,"0"71"1,18 17 0,-18-53-1,35 36 1,-35-124 78,0 18-79,18-18 17,-1 53-32,1-36 15,0 36 32,52 53-16,-35 0-15,18 124 15,-53-160-15,18 1-1,-36-18 79,18-71-78</inkml:trace>
  <inkml:trace contextRef="#ctx0" brushRef="#br0" timeOffset="90029.63">4639 13123 0,'0'106'31,"0"53"1,0-106-32,0 123 31,0-123-15,0-18 15,0-105 63</inkml:trace>
  <inkml:trace contextRef="#ctx0" brushRef="#br0" timeOffset="90833.78">5186 13123 0,'0'0'0,"35"-35"16,18 35-16,0 0 15,35 18 1,-70-1-1,-18 72 1,0-1 15,-18-71-15,-141-17 0,89 0-1,17 0-15,0 0 31,35 0-15,177 36 78,70 105-79,-193-106 17,-36-17-17,0 17 32,-18-17-47,0-18 0,-123 0 31,-35 0-31,17 0 32,106 0-1,36 0 0,-36 0-15</inkml:trace>
  <inkml:trace contextRef="#ctx0" brushRef="#br0" timeOffset="92175.42">2064 14111 0,'53'18'31,"-36"70"-15,19-17-1,-36 158 16,0-212-31,0 19 16,0-19-16,0 1 47,-18-18-16,0-18-15,1-35-16,17-158 31,0 123-15,0-18-16,0-35 15,17-18 1,19 124 15,-1-18-15,18 53 15,70 17 0,-105 36-31,-18 71 32,0-89-32,-35 18 31,-71-18-16,18-35 1,52 0 0,19 0-1,-1 0 32,0 0-31</inkml:trace>
  <inkml:trace contextRef="#ctx0" brushRef="#br0" timeOffset="92768.4">2469 14499 0,'53'18'16,"-106"-36"-16,106 53 0,18-17 16,35 17-1,-89-35 1,36 0 0,-35 0-1,0 0 16,35-17-15,-53-1-16,0 0 16,-71-34 15,53 52-31,-17 0 16,0 0-1,-1 0-15,-52 0 16,53 0-1,17 17-15,-17 36 16,35 0-16,0-18 16,0 89 15,53-89-15,0-35-1,17 0 1,-17 0-1,-35 0-15,0 0 16,17-35 0,-35-53-1,0 35-15</inkml:trace>
  <inkml:trace contextRef="#ctx0" brushRef="#br0" timeOffset="94105.64">3087 14376 0,'-229'0'32,"458"0"-32,-564 88 15,317-70 1,18 123 0,0-71 15,0-52-16,35-18-15,54 0 16,-19 0 0,-52-18-1,17-52 1,-35-1-16,0-229 47,18 141-16,-18 142 0,0 70 16,0 141-31,0-124-1,17 1-15,36 52 32,-35-123-32,-18 36 15,53-19 32,0-193-16,0 105 1,-53 54-1,52 34 0,-34 54-31,0-1 16,-18-34-1,0 52 1,17-70 15,-17-124 32,0 88-48,0-17-15,0 17 16,18 18-16,35 0 31,-18 0-15,36 18 0,-54 88-1,1-71-15,0 0 31,-1-35 1,72 0-1,-54-70-15,-35-36-1,0 71-15,0-36 16,0 53 15,-177 1 0,107 17-31,-18 35 32,88-17-1,17-1 0,54-17-15,-1 0-16</inkml:trace>
  <inkml:trace contextRef="#ctx0" brushRef="#br0" timeOffset="94821.87">4780 14605 0,'18'-71'109,"-1"-34"-78,-17 158 63,0 35-78,0 0-16,0 88 31,0-88-31,0-35 15,0-17 1,0-1-16,0-17 63,-17-18-48,-1-53 1,18 0-1</inkml:trace>
  <inkml:trace contextRef="#ctx0" brushRef="#br0" timeOffset="95390.23">5239 14764 0,'17'-36'16,"-34"72"-16,52-107 0,0 18 16,-17 18-1,-18 0 1,18-1-16,-18 19 15,35-36 1,-17 35 0,-18 142 77,0 105-77,0-88 0,0-53-1,0-17 17,0-53-17,0-36 79</inkml:trace>
  <inkml:trace contextRef="#ctx0" brushRef="#br0" timeOffset="105809.63">8661 12859 0,'176'0'47,"230"0"-32,-71 0-15,653 0 32,-583 70-17,-105-70-15,159 36 16,-353-36 0,-18 0-16,-106 0 171</inkml:trace>
  <inkml:trace contextRef="#ctx0" brushRef="#br0" timeOffset="107722.13">12153 12912 0,'18'0'16,"35"0"0,0 0-1,35 0-15,512-53 32,-177 35-17,-194 18 1,212 0-1,-300 0 1,-123 0 0,-18-18 93</inkml:trace>
  <inkml:trace contextRef="#ctx0" brushRef="#br0" timeOffset="109007.01">11959 14023 0,'-35'0'16,"-36"0"0,-34 53-1,-37 106 1,37-54-1,69-16 1,36-36-16,0 17 31,18-52-15,35-18 15,17 0-15,1-88-1,-53-36 1,-18 36-16,0 17 16,0 18 15,17 36 16,19 17-32,-19 123 1,-17-70 0,18-18-16,52 124 15,-52-141 1,0-89 78,-18-87-63,0 122-31</inkml:trace>
  <inkml:trace contextRef="#ctx0" brushRef="#br0" timeOffset="109438.12">12153 14182 0,'35'53'16,"-70"-106"-16,88 264 15,-35-140-15,-1 17 31,-17-53-15,0-70 47,0-106-48,0 53 1,0 53-1,53-36 1,-35 71 0,70-53-1,-53 53 1,54 0 15,87 0 0</inkml:trace>
  <inkml:trace contextRef="#ctx0" brushRef="#br0" timeOffset="111326.66">13035 14146 0,'-17'-17'15,"-89"52"1,70-17 0,-105 140-1,141-140 1,0 53-1,0 17 17,0-71-17,36-17 1,52-52 15,-53 16-15,-17-34-16,-18-230 15,0-124 32,17 319-47,1-1 16,17 53 15,-17 106 32,17 247-48,0-18 1,36 53 0,-53-282-16,17 70 31,-17-87-16,-18-54 32,0 0-31,0-17 0,0 18-16,0-36 0,35 0 31,35 35-16,-52 0-15,0 1 32,35 34 15,-18 125-32,0-90 1,-35-16-1,0-19 1,88-52 31,-70-18-31,0-17-16,-18 34 15,35 1-15,-18-18 31,1 36-15,-18 34 47,35 71-48,-35-52-15,18-1 16,0 71-1,17-89 17,-17-17-1,70-35 0,-53-18-31,-17 18 16,17 0-16,-17-1 15,-1 19 1,36-1 0,-35 18 15,52 88-15,-52-35-16,70 176 31,-52-158-16,-36-53-15,17 17 32,-17-159 15,0 54-32,0 35 1,0-1-16,0 19 15,35-19 1,1 36 0,87 0-1,-88 36 1,36 105 0,-53-124-1,35 19 1,35-36-1,-71 0 1,124-53 0,-141 18-1,0-124 1,-17-18 15,-18 177-15,-36 0 15,0 0-15,54 18-1,-1 0 1,-52-1 15,-1-17-15,18-53-1,-53-35-15</inkml:trace>
  <inkml:trace contextRef="#ctx0" brushRef="#br0" timeOffset="111703.27">13847 13829 0,'0'0'0</inkml:trace>
  <inkml:trace contextRef="#ctx0" brushRef="#br0" timeOffset="114352.9">7108 13864 0,'0'-17'31,"-17"17"47,-1 35-62,18-18-16,0 19 16,0 17-1,53 17 1,-18-52 0,142 17-1,-89-17 1,-70-18-16,17 0 31,-35-18 0,-88 89 47,-36 52-62,71-35 0,36 1-1,17-37-15,0 1 32,0-17-17,0-19-15,105-17 31,-69 0-15,87-70 0,-105 17-1,35-88 1,-53 17 15,0 89-31,17 35 47,36 53-31,-35 17-1,35 36 1,-53-88-16,18 35 16,-1-53-1,54-124 63,-18 89-78,-36 17 16,36 18 15,-35 18-31,0 53 16,17-18-1,0-1 1,0 19 0,1-71 15,34 0-15,-17-71-1,0-17 1,-18 18-16,1-195 15,-19 124 17,-17 123-1,71 124 16,-36 71-32,0-89 17,-35-35-17,18-53 32,-18-18-16,-53-52-15,-18 52-16</inkml:trace>
  <inkml:trace contextRef="#ctx0" brushRef="#br0" timeOffset="114711.59">8043 14058 0,'0'-17'47,"71"17"-32,17 0-15,18-71 16,441-17 15,-441 70-31,35 18 31</inkml:trace>
  <inkml:trace contextRef="#ctx0" brushRef="#br0" timeOffset="115453.04">9049 14235 0,'0'105'0,"0"-210"0,0 299 16,0-36 0,0-87-1,0-53-15,53-142 78,-53 54-62,0-19-16,35-52 31,0 71-15,89 17 15,-18 17-15,-89 36-16,89 0 31,-88 0 0,-1 53 0,-17-17-15,-35 52 0,-18-18-1,35-34-15,1 52 32,17-70-17,17-89 48,19-17-48,-1 88 17,53 88-1,-70-70-16,35 70 1,0-141 47,-18 18-48,88-106 16,-17 70-31</inkml:trace>
  <inkml:trace contextRef="#ctx0" brushRef="#br0" timeOffset="115843.56">10125 14146 0,'0'0'0,"17"0"16,-17 36-16,18 34 31,-18-34-15,18-1-1,-1-35-15,71 0 63,-35-53-48,-35 0-15,17-106 32,1-141-17,-36 212-15,0-159 32,0 124-1,0 105-16</inkml:trace>
  <inkml:trace contextRef="#ctx0" brushRef="#br0" timeOffset="116591">10689 14305 0,'0'0'15,"35"0"1,1 0 15,-36-35 0,-36 70 32,-158 177-32,159-177-31,53-141 94,-1 18-79,19 53 1,-36 88 47,17 0-48,36 52 1,-35-87-1,35 35 17,0-18-1,-36-35 16,-17-17-32,0-1 1</inkml:trace>
  <inkml:trace contextRef="#ctx0" brushRef="#br0" timeOffset="142674">3281 11536 0,'0'0'0,"-106"17"16,53-17 0,-70 18-1,70 0 1,35-18 0,-70 17-16,-36-17 31,19 36-16,52-19 1,-124 36 0,142-35-16,-71 0 31,-158 87 0,140-52-15,89-17-1,0-19-15,-1 1 16,-105 70 0,71-35-1,34-18 1,-17 18 0,0 0-16,36-18 15,-124 177 16,88-106-15,-18 35 0,36-88-1,-18 88 17,35-70-32,1-19 0,-1 1 15,-17 71 1,35-1-1,0 1 1,0-89-16,0 124 31,0-53-15,0-1 0,0-16-1,0-36 1,35 35-1,0-35-15,-17 0 16,70 70 0,-52-70-16,69 88 31,-52-35-15,-17-71-16,-1 18 15,53 0 1,18 18-1,-71-36 1,0-35-16,195 141 31,-177-106-15,158 53 15,-140-52-31,-1-1 16,-17-17-16,106 52 31,-35 18-15,-72-70-16,54 35 15,282 106 17,-317-89-17,123 1 1,-88-36-16,88 53 15,-88-70 1,141 70 0,-142-70-1,37 35 1,69-18 15,-176-35-31,107 0 31,-37 0-15,-69 0-16,70 0 16,105-124 15,-158 107-15,159-160 15,-177 125-16,53-142 1,-88 123 0,106-176-1,-88 176 1,35-123 15,-36 159-31,36-106 31,-18-18-15,18-35 15,-35-35 1,0 105-17,17 1 1,-35 105-16,0-35 15,18-52 1,-18 52 0,17-106-1,-17 124 1,35-106 15,-17 52-31,0-34 31,-18 105-31,0-52 0,0 34 16,0-69 0,0 69-16,0-105 31,0 124-31,0-89 31,0 35-15,0 36-16,0-18 15,0-18 1,0 54-16,0-71 31,0 17-15,0 53-16,-53-123 31,18 88-31,-36-52 31,0 34-15,54 36-16,-18 17 16,-107-105 15,19 34-15,-53-34 15,34 35-16,54 35 1,18 35 0,-71-35-1,88 18 1,-106-18 15,53 18-31,18 35 16,17-18-1,36 18-15,-106 0 32,53 0-17,-53 0 17,0 0-17,52 0 1,1 0 15,18 0 0,17 0 1,0 0-32,-18 18 31,-70 35 0,18-18 0,70-17-15,17-18-16,-69 53 31,87-53-15,-35 0 15</inkml:trace>
  <inkml:trace contextRef="#ctx0" brushRef="#br0" timeOffset="147602.13">5539 14940 0,'0'-18'31,"70"18"-15,-35 0-1,54 71 16,-54-71-15,35 53 15,-34-35-31,17-1 16,105 71 15,-105-35-31,18-35 16,35 35-1,-53-35-15,-18 34 16,71-16 0,-53 17-1,-18-36-15,124 72 16,-106-72 0,88 36 15,-88-35-31,70 52 31,53 1-15,-140-54-1,52 1-15,106 53 16,-106-54-16,18 54 16,18-54-1,211 107 1,-265-106-1,124 34 1,18-16 0,-71 34-16,-53-52 15,159 53 1,71 17 15,-195-88-31,283 70 31,-106 1 1,-247-71-32,35 0 15,106 70 1,-124-70-16,283 53 31,-159 0 0,0-35-15,-35-18 0,-106 0-1,88 0 17,-106 0-17,89 0 1,17-18 15,53 1 0,-141-1-31,53 18 16,35 0 0,-53 0-16,194 0 31,-105 0-16,-89 0 1,247 0 0,-159-18-1,-70-17 1,-18 35-16,106 0 31,-105 0-31,-1 0 0,159 0 31,-106 0-15,0-18 0,247-70 15,-265 88-31,177-88 31,-247 70-31,124-70 31,122 0 1,-246 70-32,141-70 15,-123 70-15,335-193 47,-336 158-47,36 0 16,53-35-1,-53 0-15,123-18 32,-141 35-17,-35 36-15,0 0 16,35-1 0,-17 1-16,-36 17 15,71-34 1,-71 16-16,36-17 31,-36 18-15,35-18 15,-52 53-31,35-17 0,-18-19 16,71-70-1,-71 71 1,1 0-1,17-36-15,35-35 16,18-70 15,-89 88-31,107-177 32,-107 212-32,72-158 31,-54 105-16,0 18 1,-17 35-16,-1 0 16,-17 18-16,36-18 15,-1-71 1,-35 54 0,18-1-1,35-52 16,-53 105-31,17-88 16,1 36 0,17-54 15,-17 71-15,-18 36-16,0-19 15,35-34 16,-17 52-15,-18 0 0</inkml:trace>
  <inkml:trace contextRef="#ctx0" brushRef="#br0" timeOffset="148863.07">20249 11889 0,'0'-18'78,"36"18"-63,-19 0-15,54 0 16,194 0 0,-71 0-1,-53 0-15,353 0 31,-36 0 1,-387 0-32,-18 0 31,-36 0-15,-34 0 62,-54 0-63,-17 0-15</inkml:trace>
  <inkml:trace contextRef="#ctx0" brushRef="#br0" timeOffset="151320">20038 11924 0,'-18'0'93,"18"159"-77,0-89-16,0 18 16,0 1-16,0-19 15,0 18 1,0 230-1,0-36 1,0-176 0,0 70-16,0 248 31,18-301-31,-18 53 16,0 1-16,0-1 15,0 177 1,17-141-1,-17 264 1,0-300-16,18-52 16,-18 105-1,18-35 1,17 141 15,-35-282-31,18 159 31,-18-124-15,0-35-16,0 123 16,0-87-1,-18 69 1,18-87 15,-18-1-15,18-34-16,-35 52 15,35-35 17,124-71 124,-54 18-140,248 0-1,317 18 16,-512-18-15,230 35 0,-141-35 15,-18 0-15,-53 0-1,-53 0 1,-53 0-1,71 0 1,-88 0 31,-1 0-47,1-18 172,-18-105-141,0-106-15,-18 105-1,-35-281 1,53 228 0,-17 54-16,-19-54 15,-17-299 1,18-36 15,18 89-15,17 282-1,0-124 1,0 54 0,0 87-16,0-228 31,0 228-31,0 36 15,0-106 1,0 53 0,0-89-1,0 89 1,0 88 0,0-17-1,0-142 16,0 124-15,0 35-16,0 35 16,0-87-1,0 52 1,0 0 0,0-35-1,0 17 1,0 18-1,0-17 17,0 17-1,-18 0 0,18 35 0</inkml:trace>
  <inkml:trace contextRef="#ctx0" brushRef="#br0" timeOffset="152189.28">20214 10795 0,'-17'35'47,"17"124"-32,0-18 1,0 36 0,0-125-1,0-16 1</inkml:trace>
  <inkml:trace contextRef="#ctx0" brushRef="#br0" timeOffset="152974.57">19914 10707 0,'0'0'0,"53"-71"16,-35 71-1,35-17 1,-18 17-1,124 0 17,-89 53-1,-70-36-15,0 54-1,0-54-15,0 36 16,-17-35-1,-54 0 17,54 17-17,-19-35 1,19 17 31,17 19-16,35 34 0,18-34-15,-36 16 0,1-34-16,17 0 0,1 70 31,-1-35-16,-35 0 1,0-36 0,0 1 77,-18-194-61,18 105-32</inkml:trace>
  <inkml:trace contextRef="#ctx0" brushRef="#br0" timeOffset="153796.84">20514 10866 0,'0'52'63,"0"231"-32,0-213-15,0-52-1,0 0-15,-18-18 63,18-18-32,0-17-15,0-159-1,0 176 1,0-158 15,53 105-31,-53 36 0,0 17 16,18-35-1,17 0 17,-17 53 30,70 141-31,-70-70-31,52 105 16,-17-88 0,-18-52-16,-35 34 15,53 36 1,-53-88 0,0-1 77,-17-17-61,-19-35-17,19 0-15,-1 35 16</inkml:trace>
  <inkml:trace contextRef="#ctx0" brushRef="#br0" timeOffset="154702.16">20708 11148 0,'18'0'125,"70"0"-78,-70 0-47,17 0 16,-70 0 78,-1 0-79,-34 0 1,-36 0 15,71 17-15,-18-17-1,35 0 63,0 0-46,1 0-17,-1 18 1,89-18 140,-54 0-140,89-35-1,-35-1-15,-1 1 16</inkml:trace>
  <inkml:trace contextRef="#ctx0" brushRef="#br0" timeOffset="155757.44">21202 10742 0,'53'18'47,"-18"282"-16,-17-248-31,-18 37 16,0 52-1,0-88-15,0 0 16,0-36 0,0-70 62,0-35-63,0-35-15,0 34 16,0-105 15,0 159-31,0 18 0,35 17 94,71 52-63,-71-34-31,18 35 31,-35-53 1,35 0-17,70-141 1,-70 0 15,-53 123-31,18-17 16,-1 176 93,36 88-93,-35 18 15,0-70-15,17-107-16,-35-35 15,0 1 1,0-19 78,0-34-79,-18-1-15,18-88 16</inkml:trace>
  <inkml:trace contextRef="#ctx0" brushRef="#br0" timeOffset="158559.64">17604 10283 0,'0'-35'32,"0"18"-17,0-1-15,0 0 16,-89 1 78,-122 105-63,123-35-31,52-36 16,-70 89-1,106-70 16,0-19-15,0 1-16,0-1 16,124 1 15,-89-18-15,177 0 15,-177 0-31,89 0 15,-71 35 1,-53-17-16,35 0 31,-18 105 1,-17-105-32,0 35 31,-17-53-16,-1 0 1,1 0 0,-54 0-1,36 0-15,-18-36 47,53 19-31,0-1 109,0 0-125</inkml:trace>
  <inkml:trace contextRef="#ctx0" brushRef="#br0" timeOffset="158936">17939 10724 0,'53'-35'172</inkml:trace>
  <inkml:trace contextRef="#ctx0" brushRef="#br0" timeOffset="159751.67">18239 10283 0,'0'53'62,"0"106"-31,0-106-31,0 0 0,0-35 16,35 87 0,18-69 15,-36-36-15,36 0-16,-17 0 15,-1 0 1,-17 0-1,52-53 1,-70 18 0,35-71-1,-35 53 1,36-35 15,-36 52-31,0-52 31,0 70-31,0-52 16,-18 52 0,-35-70 15,-17 53 0,52 35-15,0 0-16,-35 0 15,36 0 1,-54 0 0,54 17-1,-1 19-15,18-1 16,-18 0 0,18-17 15,-17 0 47</inkml:trace>
  <inkml:trace contextRef="#ctx0" brushRef="#br0" timeOffset="160952.04">18785 10707 0,'0'17'32,"36"-17"-17,-36-17 1,17-1-16,19 1 0,52-19 31,71 19 0,-36 17-15,36 0 0,-142 0-1,195 105 16,-53 19 1,-106-89-32,-18 0 15,-35-17-15,18 0 16,-1-18-16,-34 0 125,-36-53-78,53 0-47</inkml:trace>
  <inkml:trace contextRef="#ctx0" brushRef="#br0" timeOffset="161845.37">19756 10530 0,'0'36'78,"0"52"-62,0-35-1,35 35 1,-18-35-16,1-18 15,17 36 1,-35-18 0,36-18-1,-36-17 1,0-1 0,0 1 15,0-1 63,-18-17-79,0 0 1,-52 0-16,35 0 15,-1 0-15,-70 0 16,71 0 0,-35 0-1,52 18 142</inkml:trace>
  <inkml:trace contextRef="#ctx0" brushRef="#br0" timeOffset="164702.1">20038 11942 0,'35'0'63,"141"0"-47,-105 0-1,17 0-15,71 0 31,-141 0-15</inkml:trace>
  <inkml:trace contextRef="#ctx0" brushRef="#br0" timeOffset="166245.34">20108 12506 0,'0'0'0,"53"0"32,53 0-17,123 0 17,-70 0-17,0 18 1,-18-18-1,-88 17 1,35 19-16,0-36 16,-35 0-1,-35 0-15,35 0 16,141 0 15,0 17 0,-177-17-15,19 0 109,-1 0-94,18 0 16,-18 0-31,-17 18-16,35-18 31,0 0 0,0 17 1,0-17-17,-36 0 1,1 0 140,17 0-125</inkml:trace>
  <inkml:trace contextRef="#ctx0" brushRef="#br0" timeOffset="167451.47">20002 13123 0,'0'18'0,"18"-18"15,0 0 16,-1 0-15,19 0-16,-1 0 31,71 0-15,-71 0-16,53 0 16,159 0-1,-106 0-15,-17 0 16,264 0-1,-229 0 1,-89 0 0,-35 0-1,124 0 1,-88 0-16,193 0 31,-175 0-15,52 0 15,-53 0-15,-53 0-16,-17 0 15,-36 0 188</inkml:trace>
  <inkml:trace contextRef="#ctx0" brushRef="#br0" timeOffset="168534.48">19914 13811 0,'53'0'47,"-18"0"-31,1 0-16,105 0 15,-53 0 1,212 0 15,-194 0-31,105 0 16,266 0 15,-389 0-31,194 0 16,71 0 15,-177 0 0,-88 0-15,-70 0-1,53 0 1,-54 0 31,-34 0 78,-54 0-109,1 0-16,34 0 0,-52 0 15</inkml:trace>
  <inkml:trace contextRef="#ctx0" brushRef="#br0" timeOffset="169564.95">19932 14323 0,'0'0'0,"18"0"16,-18 17-1,88-17 1,-35 0-1,105 36 1,-87-36 0,123 35-1,-88-17 1,70-1 0,18-17-1,194 0 16,-70 0 1,-301 0-17,1 0-15,35 0 32,35 0-17,-70 18-15,88-18 31,0 18-15,-89-18 0,1 17-16,-1-17 15</inkml:trace>
  <inkml:trace contextRef="#ctx0" brushRef="#br0" timeOffset="170464.71">19967 15081 0,'53'18'31,"35"-18"-16,-17 0 1,264 0 0,-229 0-1,352 0 17,-211 0-17,-123 0 1,88 35-1,193 36 1,-193-36 15,-142-35-31,72 35 32,-160-35 155,0 0-187</inkml:trace>
  <inkml:trace contextRef="#ctx0" brushRef="#br0" timeOffset="171470.69">19703 15769 0,'17'0'31,"71"0"-15,-70 0-16,35 0 15,53 0 1,-18 0-16,141 0 31,-17 0-15,-124 0-1,177 0 1,-159 0 0,-18 0-16,71 0 15,193 0 1,-228 0 0,88 0 15,-124 0-16,-53 0 48,36 0-32,-36 18-31,0-18 0,36 17 31,-18 1 1,-18 0-17,-123-1 63</inkml:trace>
  <inkml:trace contextRef="#ctx0" brushRef="#br0" timeOffset="172329.44">19897 16334 0,'0'0'0,"17"0"31,1 17-15,52 19 15,195 16 0,-177-52-31,283 53 32,123-35-1,-406-18-16,194 0 1,-194 0 0,124 0-1,-124 0 1,0 18-16,0-18 0,-17 0 16,0 0-16,-1 17 15,-35 19 1,-52-36 140</inkml:trace>
  <inkml:trace contextRef="#ctx0" brushRef="#br0" timeOffset="189320.11">20267 13917 0,'0'71'78,"0"52"-62,0-105 0,0-1-16,0 1 15,-35 0 32,17-18-31,-35 0 15,36 0-31,-1-36 0,-53-34 47,71 52 93</inkml:trace>
  <inkml:trace contextRef="#ctx0" brushRef="#br0" timeOffset="189909.62">20514 14023 0,'0'18'0,"0"-36"0,18 53 16,-18 0-1,17 1 1,1-19-16,0 19 31,-1-36 1,1 0-17,0 0-15,-18-18 16,35-17-1,-35 17-15,0 0 16,0-34 0,0 16-1,-18 1 17,-17 17-17,17 18-15,-17 0 16,17 0-16,1 18 94</inkml:trace>
  <inkml:trace contextRef="#ctx0" brushRef="#br0" timeOffset="190580.89">20849 13882 0,'0'17'32,"-17"19"-1,-19-1-15,36-17 46,36 35-46,34-18 31,-70-18-47,0 1 31,0 35-16,0-35 1,-18-18 15,-34 0 1,34 0-17,0-36 1,18 1 15</inkml:trace>
  <inkml:trace contextRef="#ctx0" brushRef="#br0" timeOffset="191203.77">20955 14093 0,'0'0'0,"18"0"31,-1-17 1,1-18-1,-18-1 0,0 19-15,0-1 77,-18 36-77,-17 17-16,35 0 31,0 18-15,0-35 15,0 17-15,18-35-16,193 18 31,-193-18-15,17 0-1,-17 0 17,-18-89-17,0 54 1,0 0-16</inkml:trace>
  <inkml:trace contextRef="#ctx0" brushRef="#br0" timeOffset="191612.81">21519 13847 0,'0'0'0,"53"52"31,-35-34-15,-18 88-1,0-71 1,0 36 0,0-18-1,0-36 1,0 19 15,0-19 32,0-34-48</inkml:trace>
  <inkml:trace contextRef="#ctx0" brushRef="#br0" timeOffset="192069.8">21837 14093 0,'141'53'31,"-282"-106"-16,335 159-15,-159-70 0,1-1 16,16 0 0,-34 0-1,-53-17 79,-53-18-63,52 0-31,-17-35 16,18 17-16,0 1 16,17-1-1,1 18-15,-1-18 16</inkml:trace>
  <inkml:trace contextRef="#ctx0" brushRef="#br0" timeOffset="192439.2">21819 14058 0,'36'-35'32,"-1"17"-17,0 18 1,53-53-1,-35 36 1</inkml:trace>
  <inkml:trace contextRef="#ctx0" brushRef="#br0" timeOffset="193893.8">20179 14693 0,'18'-17'63,"-1"69"-32,-17 90 0,0-107-31,0-18 31,0 1 1,-70-18-17,-36-35-15,0-53 16,-18 17 15,107 53 47</inkml:trace>
  <inkml:trace contextRef="#ctx0" brushRef="#br0" timeOffset="194302.37">20197 14658 0,'52'70'16,"-52"-34"-1,18 17-15,0 0 16,-1-18 0,1-18 46,17-52-62,1-53 31,16-106 1,-52 159-1,36 17 0</inkml:trace>
  <inkml:trace contextRef="#ctx0" brushRef="#br0" timeOffset="194862.74">20638 14570 0,'17'35'31,"-17"18"-31,-35-18 16,35 18 15,0-35 32,18-18-32,-1 0-31,1 0 16,-1 0 15,36 0 0,-35 0 0,17 35-31,1-17 16,16-71 93</inkml:trace>
  <inkml:trace contextRef="#ctx0" brushRef="#br0" timeOffset="195327.96">20973 14676 0,'0'0'16,"17"35"0,-17 0-16,36 71 31,-19-88-15,1-1 15,35-70 0,-53 36-15,17-1-1,-17 0 17,18 18-1,0 0-16,-1 18-15,19 53 32,-19-54-17,1-17 79</inkml:trace>
  <inkml:trace contextRef="#ctx0" brushRef="#br0" timeOffset="195652.79">21537 14676 0,'18'70'31,"-1"-17"-31,-17-35 16,36 70 0,-19-53-16,-17 0 15,0 1 1,0-1-16</inkml:trace>
  <inkml:trace contextRef="#ctx0" brushRef="#br0" timeOffset="196359.45">21943 14746 0,'0'0'16,"53"0"0,-18-35-1,18 35 17,-35 17 14,-54 54-30,1-53-16,17-1 16,-70 1-1,53-18 17,35 18 46,53 34-47,0 19 0,-36-71-31,-17 71 31,0-36-15,0 0 15,0-17-31,-53-18 16,1 0-16,-19 0 16,-17 0-1,52-53 1,1 53-1,18 0 1,-19-53 0,-17 53-1</inkml:trace>
  <inkml:trace contextRef="#ctx0" brushRef="#br0" timeOffset="197705.98">20320 15346 0,'35'0'31,"-17"17"-31,-18 107 31,0-106-15,0 17 0,0-17 31,-53-142-16,0 71-16,35-35 1,18 0 0,0 52-1,0-34 1,0 17 0,53 18 15,0 17-16,71 18 17,-71 0-17,-36 35-15,-17-17 16,18 105 15,-53-105-15,-54-18-1,-52 0 1,88 0 0,-52 0-1,87 0 63</inkml:trace>
  <inkml:trace contextRef="#ctx0" brushRef="#br0" timeOffset="198209.39">20373 15469 0,'0'0'0,"53"18"16,53 0 15,0-18-15,-71 0 15,0 0 0,-35-36-31,0-17 32,-18 18-17,-17 35 1,-159 18 15,159 52 0,35 19-15,17-72 0,36 71-1,-35-88 1,53 0 0,-36 0-1,0 0 16,18-105-15,-18 69-16</inkml:trace>
  <inkml:trace contextRef="#ctx0" brushRef="#br0" timeOffset="199214.63">20867 15469 0,'0'0'0,"0"18"15,0 105 1,0-105 0,0 35-1,53-18 16,17-35 1,-70-176-1,0 88-15,0-71-1,0 71 1,0 70 15,0 106 32,0 36-48,0-54-15,0 89 31,0-88-15,0-54-16,18-52 94,17-18-79,0 71 48,-17 52-32,17-17 0,18-35 1,35-36-17,-88-17 1,18-89 0,0 107 15,-71 17 16,0 0-32,35 0 48,71 0-32</inkml:trace>
  <inkml:trace contextRef="#ctx0" brushRef="#br0" timeOffset="199721.59">21590 15628 0,'35'0'47,"1"0"-32,16-106 17,-34-35-17,0 123-15,-18 36 78,0 159-46,0-54-17,17-105 17,1-1-32,-36-17 46,1 0-30,-1 0-16,18-17 0</inkml:trace>
  <inkml:trace contextRef="#ctx0" brushRef="#br0" timeOffset="200219.86">21978 15699 0,'0'0'0,"53"-18"16,-35-35 0,-18 18-1,0 0 1,17-1-16,-17-34 15,18-1 1,0 53 15,-1 1 16,-17 140-31,0-52-1,0 35 1,0-53 0,0 0-1,0-18 17,-17-18 30,-19-69-46</inkml:trace>
  <inkml:trace contextRef="#ctx0" brushRef="#br0" timeOffset="202155.47">22684 13899 0,'0'-17'15,"17"17"1,54 0-16,17 0 31,-70 0-31,17 0 0,-17 0 16,-1 0-1,36 88 1,-35 88 15,-18-140-31,0-1 16,0 36-16,0-54 16,0 54-1,-18-1-15,18-52 0,0 17 0,-18 36 31,18 35-15,0-89 0,0 36-16,0 0 15,0-35 1,18 17 0,106 18 15,-71-53 0,-18-35-15,-35 52 46,-18 54-46,18-18-16,-17 158 15,17 107 1,0-195 0,0 124 15,35-194-31,-35 35 31,0-70 0,-35 0-15,-1-18-16,-123 0 31,-52 0 1,193 0 30,1-18-46</inkml:trace>
  <inkml:trace contextRef="#ctx0" brushRef="#br0" timeOffset="204234.8">23742 14446 0,'0'0'0,"18"-17"32,-1-19-17,-17 19 1,0-1-1,0 0 17,-70 18-1,34 36-15,1-1-16,0-17 31,35 35-16,35 17 17,177 18-17,-159-88-15,17 18 16,-17 17 0,-53-17-1,0-1-15,0 1 0,0 17 31,0-17-15,-106 0 0,36-18-1,-54 0 1,89 0 0,0-36-1,17 1 1,18-71-1,0 0 1,0 54-16</inkml:trace>
  <inkml:trace contextRef="#ctx0" brushRef="#br0" timeOffset="204624.64">24218 14076 0,'0'141'31,"0"159"-16,0-212-15,0 53 16,0-123 0,0 52-1,35-70 48,36 0-48,-53-17 1,-18-1 0,0-53-1,0 54 1</inkml:trace>
  <inkml:trace contextRef="#ctx0" brushRef="#br0" timeOffset="205537.27">23795 14358 0,'194'0'31,"-159"0"-15,230 71 15,-212-36-31,-18 0 16,18 124-1,-53-106 1,0-18-1,0-17-15,0-1 32,0-105 46,53-18-63,0 36 1,-18 70 15,0 0 1,106 17-1,-88 1-16,18-18 1,-36-70 31,-35-19-31,-18 72 30,1 17-30,-124 88 0,123-35-1,18-36 1,0 72 0,0-36-1,0-18 1,18-35-1,105 35 1,-70-35 0,88-70 15,-106-195 0</inkml:trace>
  <inkml:trace contextRef="#ctx0" brushRef="#br0" timeOffset="206903.74">25153 14288 0,'0'0'0,"0"17"46,0 1-30,0 70 125,-35-17-126,17-1-15,18 1 16,0-36 0,0 18-16,35-36 46,1-17-30,-19 0-16,54-35 31,-1-176-15,-52 175-16,-18 1 31,18 88 32,-18 17-48,35 1 1,53 105 15,-53-334 47,1 105-46,-19 53 14,-17 35-30,18 18-16,17 17 16,-17-34-16,0-1 15,-18-17 1,0-54 62,17-87-62,-17 105 15,18 1-15,0 17-1,34 53 1,-34-18-16,17 53 31,18-17-15,-35-160 62,35-52-63,-36 124-15,36-19 16,0 36 15,-17 0-31,16 71 16,1 52 0,-17-34-16,-1-54 15,-17 18 1,17-18-16,0 0 15,-17-17 1,-1-18 0,-17-18-1,0 1-15,0-195 16,-141-17 0</inkml:trace>
  <inkml:trace contextRef="#ctx0" brushRef="#br0" timeOffset="208609.28">23107 14393 0,'0'0'0,"18"0"16,17 0-1,-17 0-15,-18 124 32,0-18-17,0-53 1,0-36 0,0 18 15,0 1-16</inkml:trace>
  <inkml:trace contextRef="#ctx0" brushRef="#br0" timeOffset="209261.34">23477 14199 0,'0'-17'78,"-53"34"-63,36 54-15,-18-18 16,35 0-16,-18 0 16,18 141 15,0-141-31,0 88 15,0 0 1,0 18 15,0-107-15,-18-34 78,-35-106-79,53 0 1</inkml:trace>
  <inkml:trace contextRef="#ctx0" brushRef="#br0" timeOffset="209609.56">23336 14693 0,'18'0'16,"0"0"-16,34 0 31,1 0 0,-35 0-15,0 0 0,-1-17 15,1-19 0,-18 19-31,0-36 31</inkml:trace>
  <inkml:trace contextRef="#ctx0" brushRef="#br0" timeOffset="210782.31">23319 14023 0,'-36'0'344,"1"0"-313,17 18 204,1-1 30</inkml:trace>
  <inkml:trace contextRef="#ctx0" brushRef="#br0" timeOffset="-201749.02">15240 10178 0,'-18'17'15,"-17"142"1,35-141-16,0 123 31,0-106-15,18 18-16,-1-35 15,54-18 1,-53 0 0,17 0-16,-18 0 15,36 0 1,-53-36-1,18-140 17,-18 70-17,0 88-15,0-34 16,0 16 0,0 19-16,0-19 31,-35 36 63,35 18-63,-18-18-16,-17 53 17</inkml:trace>
  <inkml:trace contextRef="#ctx0" brushRef="#br0" timeOffset="-201295.23">15663 10283 0,'0'0'15,"0"71"1,0-18-16,0 70 31,0-52-15,0-36-16,18-35 16,0 18 15,70-18-16,-53-18 1,36-123 0,-71-18 15,0-88-15,0 230-1,0-107 16,0 89-31</inkml:trace>
  <inkml:trace contextRef="#ctx0" brushRef="#br0" timeOffset="-200978.81">15928 10037 0,'0'0'0,"35"35"16,-35 159-1,0 18 1,0-142 0,0 36-1,0-71 1,0-17 15,0-1 16,-53-52-31</inkml:trace>
  <inkml:trace contextRef="#ctx0" brushRef="#br0" timeOffset="-199357.73">15804 10407 0,'0'0'0,"71"0"15,-36 0-15,1 0 16,52 0 0,-18-35-1,-34 35 1,-1-18-16,-18 18 47,19 106-16,-36-18-15,0 0-16,0 159 15,17-123 32,-34-177 31,-19-229-62,36 140-16,0 54 16,0-35-1,0 70 1,53 0-1,18 18 1,-53 35 0,-1 0 15,36 88 0,-53-53-31,0 18 47,0-18-31,0 1 15,0-19-15,53-17-16,18 0 31,17-88-16,-88 53-15,17-1 16,-17-16 0,0 34 15,0 0-31,18 54 109,17 52-77,18-88-1,-35 0-16,0 0 1,52-124 0,-52 71-16,-18 18 47,0 88 31,17 18-63,1-71 17,53 0-17,34-18 16,-34-106-15,-71 54-16,35-177 31,1 176 1,-36 54-17,0 52 48,17 300-32,-17-247-31,18-35 16,-18 18-1,17-36 1,-17-17 15,-52-54 16,34-16-47,0 16 0,-17-17 16</inkml:trace>
  <inkml:trace contextRef="#ctx0" brushRef="#br0" timeOffset="-198994.2">17074 9984 0,'0'-18'46,"71"18"-14,88 0-17,-36-53 1,-17 18-16,53-36 31,-71 36-15,-176 35 62</inkml:trace>
  <inkml:trace contextRef="#ctx0" brushRef="#br0" timeOffset="-198142.82">16281 9578 0,'-18'18'47,"0"52"-32,18-17-15,-35 18 16,-18 158 15,53-194-31,-35 18 16,35 0 15,-18-53 63,1-88-79,-19 17 1,36 36-16</inkml:trace>
  <inkml:trace contextRef="#ctx0" brushRef="#br0" timeOffset="-196876.45">16298 9596 0,'0'17'109,"-35"18"-93,0 1 0,-36 34 15,54-52-15,-1 0 15,0-18 0,18-18 78,0 0-93,0-17 0</inkml:trace>
  <inkml:trace contextRef="#ctx0" brushRef="#br0" timeOffset="-193681.47">16281 9560 0,'17'0'93,"-17"36"-46,-17-36-47,-54 35 31,18 0-15,18-35 0,-18 18-1,35-1-15,-17 19 32,-53 17-17,88-71 204,53-35-203,0 18 15,-18 17-16,-17 0 17,-1 1-32,1 17 0,0-35 31,-1 35 16,-34 0 93,-19 0-124,1 17 0,-53 36-1,0-35 17,70-18-32,-17 0 31,88 0 109,35-18-124,-35 18-16,88-18 31,-35-34 1,-71 52-1,-17-18-31,-1 0 31,1 18 47,0 0 16,17 18-47,-35 0-47,53 70 31,-53-53-15,17-17-1,-52-54 157,17 1-172,-70-35 16,71 70-1,-89-71 17,70 53-17,19 1 1,-1-19 0,1 36-16,-1-17 31,18 34 125,176 125-125,-140-107-15,-19-18 0,1-17 46,-18 18-46,35 0-1,-17-1 17</inkml:trace>
  <inkml:trace contextRef="#ctx0" brushRef="#br0" timeOffset="-192479.67">17851 9984 0,'0'0'0,"17"-36"0,1 19 47,-1 17-32,19 0 1,211-18 15,247 18 0,-159 0-15,-159 0-16,406 0 31,18 0-15,-424 53-1,212 35 1,-176-17 0,-106-1-16,53 18 31,-89-123 78,-70-124-77</inkml:trace>
  <inkml:trace contextRef="#ctx0" brushRef="#br0" timeOffset="-191907.28">23107 9666 0,'-159'-35'31,"318"70"-31,-688-35 31,441 35-31,35 18 16,35 0 15,18 0-31,0 0 16,176 123-1,1 1 1,-142-177 0,18 35-1,-53-17 16,-123 17 1,-54-35-17,124-18-15,18 18 16,0-35 15,-1 0-15,36 17-1,124 1 1</inkml:trace>
  <inkml:trace contextRef="#ctx0" brushRef="#br0" timeOffset="-190948.87">23795 10037 0,'-35'0'16,"70"0"-16,-212 70 16,125-17-16,-54 70 31,106-105-16,0 0-15,0-1 47,88-34 0,-53-1-47,18 0 16,-35 18-1,70 36 17,-53 17-17,0-18-15,177 71 32,-88-106-32,17 17 15,247-17 1,-194-17-1,-159-18 1,106-212 0,-17-283 31,-107 442-47,36-71 15,-53 389 63,36 669-46,34-652-1,-52-211 0,52-72 0,-17-87-15,-18 88 0,1 17 15,-19 18 0,36 0-15,-35 0 31,0 0-32,-1-35-15,-17-89 16</inkml:trace>
  <inkml:trace contextRef="#ctx0" brushRef="#br0" timeOffset="-190219.56">25700 9913 0,'0'0'0,"18"-18"15,-1 18 1,18 0 0,107 0 15,87 124-15,-123-36-16,370 212 31,-88-124 0,-353-176-31,-17 0 31,-71 0 32,-35 0-48,0 0-15,-124 159 32,194 17-17,18-52 17,36-89-1,16-35-16,37-159 1,-72 36 0,19-371-1,-36 300 1,0-370 15,0 405 0,17 141-15,71 89 47,-35-1-63</inkml:trace>
  <inkml:trace contextRef="#ctx0" brushRef="#br0" timeOffset="-189617.6">28205 10407 0,'-142'0'32,"284"0"-32,-636 229 31,441-141-31,0 71 31,35-88-31,18-36 0,0-17 16,0 17-1,53-35 17,-18 0-17,18-35-15,-17-18 16,-19-18-16,19 1 16,-1-142-1,-18 177 16,36 52 1,36 124-17,34-35-15,353 106 32,-317-159-17,-71-36 1,71-17-16,17 0 15,-70 0 17,-88-17-32,-18-107 15,0 54 1,0 52-16</inkml:trace>
  <inkml:trace contextRef="#ctx0" brushRef="#br0" timeOffset="-180828.86">23654 11853 0,'0'106'62,"0"-18"-46,0-52-16,17 34 31,-17-35-31,18-87 78,-18 34-62,35-123-1,-17 88 1,17 0 0,18 53 62,0 123-63,0-70 1,-53 18 15,18-71 47,-18-35-62,53-18-16,-36 35 16,36-35-1,-35 36 16,17 17-31,18 0 32,-18 70-17,-17 54 1,-1-36 0,-17-71-1,0 1-15,0 0 31,18-18 32,17-53-63,36-18 16,-53 36-16</inkml:trace>
  <inkml:trace contextRef="#ctx0" brushRef="#br0" timeOffset="-179479.69">24747 11889 0,'0'-36'0,"-35"19"16,-18-1 0,-17 18-16,-71 0 31,70 0-15,36 18-16,-18 88 31,53-18-16,0-71-15,0 36 16,0-35-16,0 0 16,0-1 15,53-17-15,-36 0-1,124-88 1,-52-53 15,-89 159 47,0-1-62,0 89 15,35-35 0,-35-54-31,35 1 16,71-18 15,0-141 16,-106 88-31,0 35-16,0 1 15,0 140 79,17-17-78,1-53-1,17-18 1,1-53 31,17-87-32,-36 69-15,18-17 32,36 106 30,-18 88-46,-35-52-16,17-19 15,0-35-15,-35-17 16,0 0 15,0-54 1,53-193-1,-35 194-31,-1 17 31,36 18-15,53 212 15,-71-106-15,-17-89-16,0 36 31,-18-70 31,-71-319-46,36 231 0</inkml:trace>
  <inkml:trace contextRef="#ctx0" brushRef="#br0" timeOffset="-179210.14">25118 11377 0,'0'0'15</inkml:trace>
  <inkml:trace contextRef="#ctx0" brushRef="#br0" timeOffset="-178711.65">25982 12400 0,'0'-35'172,"53"-53"-157</inkml:trace>
  <inkml:trace contextRef="#ctx0" brushRef="#br0" timeOffset="-177706.42">26529 12030 0,'18'0'31,"-18"-18"47,-195 247-47,195-176-31,0 53 32,0-53-17,0-18-15,18-35 16,0 36 0,52-36-1,36-18 1,-71-17-1,1-1 1,-19-34-16,19-18 31,-36 211 32,0-52-48,0 17-15,0 35 16,0-17 0,17-88-1,-17 17 1,0-264 78,0-142-63,0 318-31,0 36 16,18 17 30,0 0-30,70 88 0,-53 18-1,-35-71 1,0 18 0,-53-35 15,-53-18 0,89 0-31,-1 0 0,-17-53 31,35-106 1,0 88-17,35 71-15</inkml:trace>
  <inkml:trace contextRef="#ctx0" brushRef="#br0" timeOffset="-177041.94">26899 12171 0,'0'0'0,"18"53"0,0 194 31,-1-141-31,36 176 31,-35-194-31,-18-17 16,0-54 0,0-229 62,0-334-47,17 422-15,72-35-1,-54 124 1,-17 18 0,87 17 30,36 176-30,-70-106 0,-18 89 15,-53-35 0,-35-124-15,-159 0-1,123 0-15,-176-71 32,230 53-17,-1 18 1,-17-17 46,17-1-62,0 18 16</inkml:trace>
  <inkml:trace contextRef="#ctx0" brushRef="#br0" timeOffset="-175543.33">25082 11307 0,'0'17'109,"18"-17"-93,0 0 30,17 0-46,-35-35 32,0 17 30,-35 18-46</inkml:trace>
  <inkml:trace contextRef="#ctx0" brushRef="#br0" timeOffset="-170057.42">20179 12065 0,'18'18'31,"-18"-1"-15,0 36-1,0 18 1,0-36-16,0 0 31,0 1-15</inkml:trace>
  <inkml:trace contextRef="#ctx0" brushRef="#br0" timeOffset="-169491.75">20320 12083 0,'0'17'47,"0"54"-32,-18-36 16,18-17 32,18-18-47,0 0 15,-1 0-16,19 0-15,-19-18 47</inkml:trace>
  <inkml:trace contextRef="#ctx0" brushRef="#br0" timeOffset="-169026.4">20443 12030 0,'0'35'32,"0"-17"-17,0 105 1,0-70 0,0 18-1,0-54 1,0 18-1</inkml:trace>
  <inkml:trace contextRef="#ctx0" brushRef="#br0" timeOffset="-168644.47">20549 12365 0,'0'0'16</inkml:trace>
  <inkml:trace contextRef="#ctx0" brushRef="#br0" timeOffset="-168262.44">20690 12153 0,'0'0'0,"0"88"15,0-17 1,0-53 0,0 70-1,0-53 1</inkml:trace>
  <inkml:trace contextRef="#ctx0" brushRef="#br0" timeOffset="-167731.66">20849 12100 0,'0'18'31,"0"52"-31,0 1 16,0 17 0,0-53-16,0 71 47,0-88-32</inkml:trace>
  <inkml:trace contextRef="#ctx0" brushRef="#br0" timeOffset="-167337.36">20990 12347 0</inkml:trace>
  <inkml:trace contextRef="#ctx0" brushRef="#br0" timeOffset="-166654.02">21061 12083 0,'0'0'0,"17"0"62,1 0-31,17 35-15,-35 0 0,0-17-16,0-1 31,-70 107 0,52-106-15,18 34 15,0-34-15,0 17-1,18-35 63,-1 0-46,1 0 46</inkml:trace>
  <inkml:trace contextRef="#ctx0" brushRef="#br0" timeOffset="-166093.39">21220 12065 0,'17'18'0,"-34"-36"0,34 71 15,18-18-15,18 89 31,-53-89-15,53 18 0,-17 17 15,-36-52-31,17 0 31,-17-1 32,-159-17-32,159-17 16,-17-19 15,17-34-30,0 17-17</inkml:trace>
  <inkml:trace contextRef="#ctx0" brushRef="#br0" timeOffset="-165547.52">21255 12065 0,'0'-18'78,"35"18"-78,53 0 31,-35 0 0,-35-35 16</inkml:trace>
  <inkml:trace contextRef="#ctx0" brushRef="#br0" timeOffset="-163489.95">21713 12224 0,'0'0'0,"-17"-18"63,17 0-32,0 1-15,0-1-16,0-17 31,17 70 47,-17 36-62,0-18 30,0-36-30,-35 1-16,0-18 31,0 18-15,17-1 15,18 1-15,0-1-16,0 1 31,18 0 16,-1-18-31,1 0-1,17 0 1,-17-18 31,-18-17-32,0 0 1</inkml:trace>
  <inkml:trace contextRef="#ctx0" brushRef="#br0" timeOffset="-162896.37">21766 12206 0,'18'35'0,"-18"-17"15,18 70 16,-1-53-15,1 18 0,0-53-1,-1 0 17,19 0-17,-1 0 1,-35-35-1,17-18-15,-17-35 32,0 70-17,0-17 1,0 17 15,-17-17-15,-18 35 31,17 0-32,0 53 17,1-53-1</inkml:trace>
  <inkml:trace contextRef="#ctx0" brushRef="#br0" timeOffset="-162258.78">22049 12065 0,'17'0'15,"1"18"16,17 35-15,0-53 31,-17-53 31,-18 35-62,0 0-16,0 1 31,0-1 16,-18 18-16,18 35-15,-17-17-1,17 0 17</inkml:trace>
  <inkml:trace contextRef="#ctx0" brushRef="#br0" timeOffset="-153992.31">22172 12418 0,'53'0'78,"0"-18"-62,70 18-1,-52 0 1,246 0 15,-140 0-15,-54 0-16,-34 0 16,34 0-1,247 0 1,-246 18-16,-1-18 15,301 88 17,-248-70-32,283 70 31,-336-35-31,212 35 16,-141-18-1,-35-34-15,264 105 31,-229-88-31,-35-18 16,70 36-16,107 52 16,193 1 15,-406-107-15,-17 54-16,-71-54 15,1 1 1,-36 35 15,0-18 16,17-17 15,1-1-46,0 1-16,17 0 31,-18-1 1,-34-34 436,17-54-452</inkml:trace>
  <inkml:trace contextRef="#ctx0" brushRef="#br0" timeOffset="-153410.8">28063 13423 0,'18'0'46,"0"18"-30,123 193 15,-71-105-15,-17-53-16,18 35 31,-53-52-31,-1-19 16,-70-17 46,-35 0-46,-212 0 15,-35 0 0,317 0-15,18-53 93</inkml:trace>
  <inkml:trace contextRef="#ctx0" brushRef="#br0" timeOffset="-152795.59">29016 12753 0,'0'88'31,"35"353"0,-35-300-31,18-35 16,35 35-1,-36-53 1,-17-52 0,0-19-16,0 36 15,-35-53 79</inkml:trace>
  <inkml:trace contextRef="#ctx0" brushRef="#br0" timeOffset="-152445.4">28734 13388 0,'176'0'46,"124"0"-30,-177-18-16,177-52 16,-123 34 15</inkml:trace>
  <inkml:trace contextRef="#ctx0" brushRef="#br0" timeOffset="-151927.41">29439 13582 0,'177'0'31,"-354"0"-31,371 0 16,-158 0-16,-19 0 16,-17-88 15,-17 52 0,-1 36-15,-53 0-1,19 36 1,-37 87 15,89-70-31,0 18 16,36 35 15,34-71-15,18-35-1,1 0 1,-54 0 0,0-124 15,-35 1-16,0 70-15</inkml:trace>
  <inkml:trace contextRef="#ctx0" brushRef="#br0" timeOffset="-149994.12">29774 13458 0,'89'71'15,"-19"52"1,-70-105-16,35 53 16,-17-18-1,0-36-15,-18-87 94,0-19-78,17 72-1,1-18 1,17 35 31,-17 0-32,52 105 1,-17 1 0,-53-88 15,0-36 16,0-52-32,18-1 1,17 71 15,-17 0 16,17 0-47,53 106 31,-52-88-15,-36-1-16,17 1 31,36-53 1,-53-18-17,0-18-15,18-70 16,17 123-1,-17-17 1,-1 35 15,1 18-15,17 140 0,-35 160 15,0-230-31,36 212 31,-36-247-15,0-124 46,0-17-46,-36-35-16,19 17 0,17 0 15,0-53 1,0 71 0,0 53-1,0-53 1,17 70 0,-17-17-1,18 17 1,17 18-1,36 0 1,35 212 15,-106-106-15,0-53 15,-53-18-15,35-35-16,-35 0 15,36 0 1,-19 0-16,19 0 16,-1-18-1,0 1-15,-17-1 32,35 0-32,0-17 31,18 17-16,-1 18 1,19 0-16,34 36 16,-17-1 15,-35-35 0,-1 0 0,1 0-15,0-35 31,-18 52 62,35 1-93,-35-36 46,0 1-46,0-1 15</inkml:trace>
  <inkml:trace contextRef="#ctx0" brushRef="#br0" timeOffset="-149513.68">31044 13741 0,'18'0'47,"0"17"-16,-18-34 63,0-1-47,0-53 62</inkml:trace>
  <inkml:trace contextRef="#ctx0" brushRef="#br0" timeOffset="-149121.84">31274 12735 0,'35'0'16,"-17"124"0,-18 176 15,0-1-16,0-228-15,17-36 16,-17-17 0,36 52-1,-19-70 32,36-17-31,-35-18-1,-1-18 1,1 0 0,-18-18-1,0 54 1</inkml:trace>
  <inkml:trace contextRef="#ctx0" brushRef="#br0" timeOffset="-148557.65">31027 13194 0,'17'0'16,"72"0"15,16-18-15,19 1-1,-89 17 1,0-18-16,-17 18 16,0-18-1,-1 18 16,19 18-15,-19 0-16,107 87 31,-89-34-15,-17 0-16,70 34 31,-53-52-15,-17-35-16,-1 0 31,-17-36 16,0-53-16,0-105-15,0 105-1</inkml:trace>
  <inkml:trace contextRef="#ctx0" brushRef="#br0" timeOffset="-148303.25">31821 13229 0,'0'0'0,"-106"71"32,70-18-17,1-36-15,-18 54 16,36-1-1,-1-52 1,0 0 0,1-18 15,-1-36 16,18-17-47,53-52 0</inkml:trace>
  <inkml:trace contextRef="#ctx0" brushRef="#br0" timeOffset="-147873.95">31997 12823 0,'0'0'0,"88"142"31,-88-1-15,53 194 15,-35-212-31,-1 89 31,19-177-31,-19 1 16,1-19 15,123-52 16,-106 0-16,-35-1 1,-53-52-1</inkml:trace>
  <inkml:trace contextRef="#ctx0" brushRef="#br0" timeOffset="-147555.62">31821 13194 0,'35'0'31,"141"-53"0,-105 35-15,-18 1-16,88-54 16,-106 54-1,-17-1 1,-18 0-1</inkml:trace>
  <inkml:trace contextRef="#ctx0" brushRef="#br0" timeOffset="-146607.45">28945 14393 0,'0'-35'15,"106"-18"1,0 36-16,582-19 31,-494 36-15,318 0 0,-19 0-1,-263 0-15,-19 0 16,125-53-1,-213 36-15,-35-19 32,-88 1-1</inkml:trace>
  <inkml:trace contextRef="#ctx0" brushRef="#br0" timeOffset="-144210.02">28822 14464 0,'18'0'31,"34"141"-15,54 247 15,-88-141-15,17 141 0,18-247-1,-35 0 1,-18 18-16,17 17 0,89 248 31,-70-265-15,-36-71-16,35 159 15,-35-124-15,0 142 32,0-159-17,0-1 16,0-16-31,-18-72 16,18 1 0,0-1 31,0 19-16,0-19-16,0 36 17,0-35-32,0 53 15,35-36 1,-17 0 15,-18-17-31,0-1 31,53-17 48,35-17-64,124-54 1,194 1-1,-177 70-15,759-18 32,-741 18-17,-53 0-15,17 0 16,354-53 15,-407 18-31,195 17 31,-212 18-15,-70 0-16,-18 0 16,-35-18 31,-1-17 15,1 35-46,-1 0-16,1-17 15,0-1 17,-1 0-1,1 1-31,0-107 31,-18-176-15,0 177-1,-141-230 1,70 194 0,0 18-16,-17-53 0,18 0 15,34 106-15,1-18 16,17-17-16,1 34 15,-18-105 1,17 71-16,0-177 31,1 194-15,17 18-16,-36-53 16,19 70-1,17 18-15,-36-52 31,1 34-15,17 1 0,18 52-16,-17-17 31,-1-18 0,1 53-31,-1-36 31,18 1-15,-18 18 0,1-54-1,-1 53 1,18-17 0,-53-53 15,53 70-16,-18 18 32,-34 0-31,16 0-16,-17 0 0,0 0 16,1 0-1,-160 18 1,124-18-1,-106 35 1,123-35 0,36 18-16,0 17 15,17-35 1,-17 0 15</inkml:trace>
  <inkml:trace contextRef="#ctx0" brushRef="#br0" timeOffset="-142467.78">28998 14570 0,'36'141'47,"52"35"-15,-71-141-32,1 107 31,-18-107-31,35 0 31,-35-105 32</inkml:trace>
  <inkml:trace contextRef="#ctx0" brushRef="#br0" timeOffset="-142025.71">29298 14534 0,'0'53'47,"0"88"-31,0-123-16,-35 17 15,35 18 1,18 0 15,17-35-15,-18-18-1,19 0 1,-19 0 0,1 0-16,0-18 15,35-35 1,-36 0 15</inkml:trace>
  <inkml:trace contextRef="#ctx0" brushRef="#br0" timeOffset="-141625.71">29439 14499 0,'0'124'16,"0"140"15,18-70-16,0-35 1,-1-124-16,-17-17 47,0-71 62,0 35-109</inkml:trace>
  <inkml:trace contextRef="#ctx0" brushRef="#br0" timeOffset="-141355.65">29580 15081 0,'18'0'46</inkml:trace>
  <inkml:trace contextRef="#ctx0" brushRef="#br0" timeOffset="-140977.49">29722 14746 0,'17'0'31,"18"141"1,-17-70-32,-18-36 0,35 36 15,-35-1 1,18-123 62</inkml:trace>
  <inkml:trace contextRef="#ctx0" brushRef="#br0" timeOffset="-140542.71">30074 14482 0,'0'105'16,"0"-52"-1,0 88 1,0-52-16,0 16 16,0-16 15,0-72 0,0 19-15,0-19 46,0-52-31</inkml:trace>
  <inkml:trace contextRef="#ctx0" brushRef="#br0" timeOffset="-140291.72">30198 15011 0,'35'0'16</inkml:trace>
  <inkml:trace contextRef="#ctx0" brushRef="#br0" timeOffset="-139807.68">30286 14658 0,'0'0'0,"18"0"16,35 0 15,-36 0-15,18 0 15,-17 0-15,-18 141-1,-35 35 1,0-105 0,17-36-16,18 1 15,0 34 16,0-35-15,0-17 15,18-18-15,34-141 31,-34-18-47</inkml:trace>
  <inkml:trace contextRef="#ctx0" brushRef="#br0" timeOffset="-139341.65">30639 14587 0,'0'0'0,"106"89"31,-89-54-31,54 53 16,-1 18 15,-70-53-31,18-36 0,-18 36 31,0-35-15,0 17 15,-18-35 1,-17 0-17,0-17-15,0-19 16,17 19-1,0 17 32,1-18-47,17 0 16</inkml:trace>
  <inkml:trace contextRef="#ctx0" brushRef="#br0" timeOffset="-139018.95">30745 14534 0,'17'0'32,"1"0"-17,35 0-15,53 0 16,-18 0 0,53-17 15,-123-1-16,-1 1 1</inkml:trace>
  <inkml:trace contextRef="#ctx0" brushRef="#br0" timeOffset="-138124.25">31750 14658 0,'0'0'16,"-18"-18"-16,1 1 15,-1-19 32,18-17-16,0 36 1,0-1-17,35 18-15,18 0 32,-35 0-17,17 0-15,0 35 16,-17-35-1,-18 106 1,0-88 0,0 0-1,-18 52 17,-34-52-32,16 17 0,-17-17 31,36-1 0,17 36 0,53-18-15,0-35 15,-36 0-15,71 0-1,-70 0 1,35 0 0,-35-52-1,-1-72 1</inkml:trace>
  <inkml:trace contextRef="#ctx0" brushRef="#br0" timeOffset="-137577.92">32085 14676 0,'0'35'31,"0"35"-31,0-175 0,0 246 0,0-124 16,18 36 15,17-53 0,-17 0 1,17 0-32,-17-123 31,-1 35-16,-17 17 17,-17 53-1,-19 1 0,1 17-31,-18 0 31,-17 70 1,70-52-32,0 17 15,0-17 32</inkml:trace>
  <inkml:trace contextRef="#ctx0" brushRef="#br0" timeOffset="-136871.71">32244 14340 0,'18'18'31,"17"17"0,0-17-15,-17-18 31,-1-18-16,-17-52 0,0 35-15,-17 35 47,-1 0-48,-35 0 16,0 52-15,36 1 15,17-35 63,17-18-63,19 0-15</inkml:trace>
  <inkml:trace contextRef="#ctx0" brushRef="#br0" timeOffset="-114376.09">8237 10072 0,'0'0'15,"71"0"-15,-36-18 16,89 1 0,-89 17-16,53-36 15,-70 19-15,52-1 16,-34 18 0,69-18-1,-52-17 1,-17 35-16,140-18 15,71 1 1,106 17 0,-195 0-1,407 0 1,-424 0 0,-17 0-16,-19 0 15,36 0 1,-105 0-16,-54-36 187,0 36-171</inkml:trace>
</inkml:ink>
</file>

<file path=ppt/ink/ink4.xml><?xml version="1.0" encoding="utf-8"?>
<inkml:ink xmlns:inkml="http://www.w3.org/2003/InkML">
  <inkml:definitions>
    <inkml:context xml:id="ctx0">
      <inkml:inkSource xml:id="inkSrc0">
        <inkml:traceFormat>
          <inkml:channel name="X" type="integer" max="5760" units="cm"/>
          <inkml:channel name="Y" type="integer" max="2160" units="cm"/>
          <inkml:channel name="T" type="integer" max="2.14748E9" units="dev"/>
        </inkml:traceFormat>
        <inkml:channelProperties>
          <inkml:channelProperty channel="X" name="resolution" value="167.44186" units="1/cm"/>
          <inkml:channelProperty channel="Y" name="resolution" value="111.34021" units="1/cm"/>
          <inkml:channelProperty channel="T" name="resolution" value="1" units="1/dev"/>
        </inkml:channelProperties>
      </inkml:inkSource>
      <inkml:timestamp xml:id="ts0" timeString="2025-11-14T16:28:52.894"/>
    </inkml:context>
    <inkml:brush xml:id="br0">
      <inkml:brushProperty name="width" value="0.05292" units="cm"/>
      <inkml:brushProperty name="height" value="0.05292" units="cm"/>
      <inkml:brushProperty name="color" value="#FF0000"/>
    </inkml:brush>
  </inkml:definitions>
  <inkml:trace contextRef="#ctx0" brushRef="#br0">19103 3757 0,'0'-18'32,"53"1"-17,-18 17-15,53 0 32,618 0-1,-212 0-16,70 0 1,-123 0 0,-88 0-1,-194 0 1,-124 0 0,-17 0-16,-36-18 203</inkml:trace>
  <inkml:trace contextRef="#ctx0" brushRef="#br0" timeOffset="1419.65">19773 4022 0,'0'17'78,"0"160"-63,0-89 1,0-18 0,0 19-16,18 87 15,-1-70 32,-17-159 31,0-35-62,0 52-16,0 19 16,0-18-1,106 35 1,-70 0-1,34 0 1,-52 0 0,70 0-1,-70 17 1,-1 36 0,-17-35-1,0 35 16,-70-18-15,-36-17-16,-123-18 16,17 0-1,-17 0 17,193 0-17,19-18 32,17 0-31,35-70 15,-17 88-15,35-18-16,17 1 15</inkml:trace>
  <inkml:trace contextRef="#ctx0" brushRef="#br0" timeOffset="1825.44">20479 4233 0,'0'18'0,"17"35"16,1 0-16,53 70 16,-54-52-1,-17-54-15,53 125 31,-53-125-31,18 1 16,-18-1 15,0-52 32,0 18-63</inkml:trace>
  <inkml:trace contextRef="#ctx0" brushRef="#br0" timeOffset="2411.48">20902 4357 0,'0'0'16,"35"53"-16,54 158 31,-72-175-31,36 69 16,-18-34-1,-35-124 63,0 0-62,0-123 15,0 141 0,53 35-15,71 0 15,35 158-15,-54 1 15,-87-141-15,53-107 62,-36 37-62</inkml:trace>
  <inkml:trace contextRef="#ctx0" brushRef="#br0" timeOffset="3593.25">22049 4445 0,'0'0'32,"-89"0"-32,54 0 0,-18 18 15,-17 123 1,70-106 0,0 53-1,0 0 16,0-52-31,17-19 32,36-17-17,-35-176 17,0 70-17,-1 106 79,18 53-78,54 53-1,-89-89 1,70 36-1,-35-17 17,-17-36-1,35-159 0,0 88-15,17-17 15,-70 71-15,71 17 62,17 0-63,-35 70 1,18 54 15,-54-195 63,1 18-78,0 35-16,-1 1 15,19 17 17,52 17-32,-35 54 31,17 35-16,-35-18 17,-52-106 30,-1-17-46,1 0-16,-1-36 15,-53-70 1</inkml:trace>
  <inkml:trace contextRef="#ctx0" brushRef="#br0" timeOffset="3825.41">22595 4039 0,'36'-17'110,"52"87"-95</inkml:trace>
  <inkml:trace contextRef="#ctx0" brushRef="#br0" timeOffset="4326.68">23460 4621 0,'0'89'15,"0"-178"-15,53 283 16,0-105 15,35-36 1,-18-53-32,18-18 31,-88-35-16,18-141 1,-18 141 0,-35-141 15,17 176-31,-35-35 31,-70 53 0,88 0-15,17 18 15,18 17-15,0 1 0,35-36-1,89 0 1,-36 0-1</inkml:trace>
  <inkml:trace contextRef="#ctx0" brushRef="#br0" timeOffset="4822.22">24994 3986 0,'-123'0'0,"246"0"0,-705 177 31,565-160-15,-1 89-1,53-70 1,89 34-1,17-35-15,141 36 16,371 35 0,-530-53-16,89 52 31,-212-16 0,-35 17-15,-265-71-1,141-18-15,-317-17 32,282 0-17,88 0-15,18 0 0,35 0 32,-88-52-1,70 16-31</inkml:trace>
  <inkml:trace contextRef="#ctx0" brushRef="#br0" timeOffset="5719.46">20567 3916 0,'0'35'31,"0"0"-15,18 18 15,17-53-15,35 0 15,-52 0-15,-18-17-16,-18-124 31,1 141-31,-1-36 16,-17 1-1,17 17-15,1 18 16,-36-35-1,-71 35 1,71 0 15,36 0 1,17 18-1,0 17-16,70-17 1</inkml:trace>
  <inkml:trace contextRef="#ctx0" brushRef="#br0" timeOffset="10397.65">22895 2628 0,'-17'0'94,"17"-53"-16,35-35-47,-17 53-31,-1 0 0,36-1 31,35-17-15,89-35-1,-107 70 1,212-34 0,-193 52-1,16-36 1,248 36 0,-265 0-16,18 0 31,-53 0-31,18 0 15,35 0 1,-53 0-16,35 0 31,-35 0 1,-36 0-1,1-35 47</inkml:trace>
  <inkml:trace contextRef="#ctx0" brushRef="#br0" timeOffset="11036.28">24765 1905 0,'18'0'31,"17"53"-15,71 0 0,-71-36-16,106 54 31,-123-53-16,-1-18-15,-17 35 94,-17 53-63,-107-70-15,36-1 0,18 19-16,-107 34 15,160-52 17,17-71 77</inkml:trace>
  <inkml:trace contextRef="#ctx0" brushRef="#br0" timeOffset="12655.28">26511 1199 0,'18'-17'94,"35"70"-79,17 35 1,-52-35-16,88 176 15,-18-35 1,-70-141 0,-18-18-16,17 36 15,-17-53 1,0-1 15,-35-17-31,-212 0 31,124 0-31,-19-53 16,-281-105 15,406 158-15,34 0 109,36-18-109</inkml:trace>
  <inkml:trace contextRef="#ctx0" brushRef="#br0" timeOffset="13100.33">26758 1252 0,'53'71'0,"-106"-142"0,230 442 16,-107-248 0,-35-105-1,1 52 1,-1-87 46,18-230-30,-53 176-32,0-70 15,0 53 17,0 70-32,0-17 31</inkml:trace>
  <inkml:trace contextRef="#ctx0" brushRef="#br0" timeOffset="13718.89">27570 1217 0,'-71'88'32,"-17"18"-17,17 123 16,71-123-15,0-53 0,0-18-16,36-17 15,-36-88 63,17-89-62,-17 124-16,18-1 31,17 36 16,18 0-31,0 106-1,0-71 1,-18 1-16,18 17 16,-18-53-1,-17 17-15,-18-158 78,18-18-62</inkml:trace>
  <inkml:trace contextRef="#ctx0" brushRef="#br0" timeOffset="14253.78">27852 1305 0,'17'0'16,"-34"0"-16,52 18 15,36 176 1,-18-71 0,-18-70 15,-35-141 47,0-212-47,0 283-31,0-19 16,35 1 0,-17 35 15,17 0-16,141 194 1,-34-17 0,-72-107-1,1 36 1,-18-53 15,35-88 47</inkml:trace>
  <inkml:trace contextRef="#ctx0" brushRef="#br0" timeOffset="14770.43">29792 1693 0,'0'0'0,"18"-35"31,-1-18-15,1-53-1,-18 18 1,53-124 15,-53 177-15,18 18 46,-1 52-46,36 106-16,106 441 47,-36-282-16,-123-283-31,-53-69 78,36-1-78</inkml:trace>
  <inkml:trace contextRef="#ctx0" brushRef="#br0" timeOffset="15303.11">30533 1923 0,'0'0'0,"18"0"16,-18-36-16,0-17 15,0-264 16,0 105 1,0 142-17,0 17-15,0 18 32,52 246 46,-34-87-63,0 52-15,52-52 16,-17 175 0,-17-281-1,-19 35 1,-17-35-1,-35-1 48,-18-17-63</inkml:trace>
  <inkml:trace contextRef="#ctx0" brushRef="#br0" timeOffset="15852.3">26229 2805 0,'0'-53'62</inkml:trace>
  <inkml:trace contextRef="#ctx0" brushRef="#br0" timeOffset="16088.62">27093 2681 0,'36'0'78</inkml:trace>
  <inkml:trace contextRef="#ctx0" brushRef="#br0" timeOffset="16305.24">28416 2699 0,'36'17'94,"87"1"-79</inkml:trace>
  <inkml:trace contextRef="#ctx0" brushRef="#br0" timeOffset="21685.15">27552 3916 0,'0'17'266,"0"213"-235,0-213 0,0 1 16,-18-18-31,-35-35 0,36 0-16,-19-18 0</inkml:trace>
  <inkml:trace contextRef="#ctx0" brushRef="#br0" timeOffset="22110.07">27217 3757 0,'17'0'31,"1"0"-31,211 71 16,142 105 15,-301-123-15,1 35 0,-53-88-1,-18 53 16,-142-18 1,19-35-17,88 0-15,-54 0 16,72 0 31,17-17-16,0-1-15</inkml:trace>
  <inkml:trace contextRef="#ctx0" brushRef="#br0" timeOffset="22495.5">27799 3775 0,'0'0'16,"18"0"-16,-1 0 16,160 106-1,-125-54-15,389 301 47,-194-212-31,-211-123-16,17 17 15,-36-88 32,-17 36-47,0-71 0,-70-177 31,17 159-31</inkml:trace>
  <inkml:trace contextRef="#ctx0" brushRef="#br0" timeOffset="22801.1">28610 3722 0,'-317'229'47,"634"-458"-47,-705 511 0,300-211 0,17-1 31,19 1-15,52-54 30,-18 1-30,0-18-16,1 0 31,17-18-15</inkml:trace>
  <inkml:trace contextRef="#ctx0" brushRef="#br0" timeOffset="23208.86">29104 3704 0,'-88'0'62,"-71"141"-46,142 36 15,17-71-15,194-1 15,88-105 16,-247 0-47,18 0 0,0-53 31,-35-17-31,-18 17 0,0-35 31,0 52-31</inkml:trace>
  <inkml:trace contextRef="#ctx0" brushRef="#br0" timeOffset="23637.71">29492 3757 0,'18'0'0,"-36"0"0,106 282 32,-70-211-32,0 176 31,-1-194-15,-17-36-1,0-105 48,0 0-48,0 0-15,0 0 0</inkml:trace>
  <inkml:trace contextRef="#ctx0" brushRef="#br0" timeOffset="23928.62">29686 3757 0,'36'0'31,"69"106"-15,-52-36-16,35 36 0,106 124 31,-123-177-15,35 35-1,-230-176 64,71 70-64</inkml:trace>
  <inkml:trace contextRef="#ctx0" brushRef="#br0" timeOffset="24201.1">29810 4233 0,'70'0'31,"18"0"1,-17 0-32,17-35 31,-53 17-31,18-87 31,-17 16-31,-36 36 0</inkml:trace>
  <inkml:trace contextRef="#ctx0" brushRef="#br0" timeOffset="24749.7">30268 3687 0,'0'0'32,"36"70"-32,17 36 15,-18 35 1,-18-70-1,-17-54 1,0-34 62,-35-72-78,-35-16 0,-1-72 31,0 36 1,124 141 15,36 35-32,-19 1-15,-17 17 0,88 52 16,-53-16-1,-17 16-15,-36-34 16,1-36-16,-19 18 16,-17-18-1,0-17 1,-106-18 0,-105 0 15,175-35-16,1 0-15,35-1 16,-18-17-16,18 0 16,0-35-16</inkml:trace>
  <inkml:trace contextRef="#ctx0" brushRef="#br0" timeOffset="25019.6">30709 3651 0,'36'53'0,"-72"-106"0,160 194 15,-36-35-15,141 124 32,-88-178-17,-52-34-15,52 0 31,-124-18-15,-17-88 0,-88-124 15,53 124-31</inkml:trace>
  <inkml:trace contextRef="#ctx0" brushRef="#br0" timeOffset="25273.35">31203 3669 0,'-53'35'0,"106"-70"0,-141 105 16,-18 72 0,18-37-1,-18 19 1,36-36 15,52-70 0,0-18 1,18-106-32</inkml:trace>
  <inkml:trace contextRef="#ctx0" brushRef="#br0" timeOffset="25765.14">31027 3475 0,'0'0'0,"176"53"16,-52 0 0,264 105 15,-18-140 0,-317-18-31,-35 0 0,-1-53 47,-17-17-31,0 52-16,-35 194 78,-53 54-63,70-89 1,1-35-16,-19 105 16,36-175 30,-35-107 1,35-88-31</inkml:trace>
  <inkml:trace contextRef="#ctx0" brushRef="#br0" timeOffset="26205.07">32050 3528 0,'0'0'0,"35"0"16,18-18-16,-35 18 16,17 0-1,18 0-15,-35 0 31,-1 106 16,-123 211-15,89-281-17,17 52 1,17 18 15,89-71 0,-71-35-15,54 0 0,-36 0 15,-53-35-31,-36-89 15</inkml:trace>
  <inkml:trace contextRef="#ctx0" brushRef="#br0" timeOffset="26452.75">31803 3739 0,'0'0'0,"106"71"15,-36-53 1,1 17-16,-1-17 16,1-18-16,105 0 31,-123 0-31,-35-18 31,17-53-31,-35 18 16,0-17-16</inkml:trace>
  <inkml:trace contextRef="#ctx0" brushRef="#br0" timeOffset="26969.1">32508 3563 0,'0'0'0,"53"247"16,-35-194-1,-18 35 1,0-35-16,53 88 31,-71-317 63,-70-106-79,70 176-15,1-18 16,17 54 0,88 123 62,-35-1-63,17 1-15,-34 71 32,-72-54-1,36-122 31</inkml:trace>
  <inkml:trace contextRef="#ctx0" brushRef="#br0" timeOffset="27470.49">32914 3634 0,'0'0'0,"53"282"16,18-176 0,-36-36-16,35 18 15,89 1 1,18-19 15,-107-87 0,-70-125-15,0 19-16,-70-247 31,-301-142 1,318 494-17,18 18-15,0-17 0,-36 17 31,18 17-15,0 54 0,18 123-1,35-159 1,0 18-16,0 0 16,35-18-1,54-35 1,16 0-16</inkml:trace>
  <inkml:trace contextRef="#ctx0" brushRef="#br0" timeOffset="29365.53">27640 5027 0,'0'-53'47,"0"0"-31,0-17-1,0-1 1,0 36-1,0-18 1,0 123 62,0 54-62,0 141 15,0-107-15,0-122-1,0-89 95,0 0-110,-18 0 0</inkml:trace>
  <inkml:trace contextRef="#ctx0" brushRef="#br0" timeOffset="29692.08">27746 4780 0,'0'0'16,"71"35"-16,-1 36 15,106 123 1,265 141 15,-388-300 0,-35-123 16,-18 18-47</inkml:trace>
  <inkml:trace contextRef="#ctx0" brushRef="#br0" timeOffset="29936.4">28575 4921 0,'-71'124'15,"-87"34"1,-1-34-1,71-71 1,70-35 15,0-18 16,1 0-47</inkml:trace>
  <inkml:trace contextRef="#ctx0" brushRef="#br0" timeOffset="30487.31">29016 4833 0,'35'35'15,"-70"-70"-15,88 264 16,-53-140 0,0-19-1,0 18 1,0-70 0,-18 0 46,1-107-46</inkml:trace>
  <inkml:trace contextRef="#ctx0" brushRef="#br0" timeOffset="30784.93">29016 4815 0,'53'89'31,"-18"-1"-15,177 176 0,-106-140-1,-89-106-15,19-1 31,-72-17 32</inkml:trace>
  <inkml:trace contextRef="#ctx0" brushRef="#br0" timeOffset="31039.62">29069 5327 0,'18'-35'15,"17"35"1,194-18 15,-158 0-31,35 1 31,-71-19 1</inkml:trace>
  <inkml:trace contextRef="#ctx0" brushRef="#br0" timeOffset="31352.23">29669 4657 0,'123'300'32,"-17"70"-1,-53-282-15,-53-53-1,17 18 1,-17-35-1,0 17-15</inkml:trace>
  <inkml:trace contextRef="#ctx0" brushRef="#br0" timeOffset="31567.95">29951 5944 0,'0'-70'47,"0"34"-31,0 19 15</inkml:trace>
  <inkml:trace contextRef="#ctx0" brushRef="#br0" timeOffset="31917.79">30286 4551 0,'35'211'47,"1"-122"-31,-1 52-1,18 0 17,-53-123-32,0 193 15,0-175 1</inkml:trace>
  <inkml:trace contextRef="#ctx0" brushRef="#br0" timeOffset="32151.22">30480 6032 0,'18'0'16,"-1"0"62</inkml:trace>
  <inkml:trace contextRef="#ctx0" brushRef="#br0" timeOffset="32789.81">30639 4657 0,'159'300'31,"158"141"0,-264-336-31,53-52 16,-71-17-16,18-1 16,-35-35 15</inkml:trace>
  <inkml:trace contextRef="#ctx0" brushRef="#br0" timeOffset="33045.8">31274 5062 0,'0'0'0,"-318"265"31,160-177-31,87-53 0,-53 36 32,89-36-17,18-35 32</inkml:trace>
  <inkml:trace contextRef="#ctx0" brushRef="#br0" timeOffset="33336.89">31291 4815 0,'0'0'0,"459"247"31,-177-106-15,0-17 15,-229-177 31</inkml:trace>
  <inkml:trace contextRef="#ctx0" brushRef="#br0" timeOffset="33605.28">32367 4798 0,'0'0'15,"-17"17"-15,-265 424 32,193-247-17,36-52 1,18-107-16,17-18 31,1-17 0,17-17-31,0-54 0,0 18 16,0-88-16</inkml:trace>
  <inkml:trace contextRef="#ctx0" brushRef="#br0" timeOffset="33886.68">32297 4498 0,'476'212'31,"-952"-424"-31,1146 547 0,36-35 31,-583-282-31,-105-18 16,-1 0-1,-34-36 17,17 1-17,0 0-15</inkml:trace>
  <inkml:trace contextRef="#ctx0" brushRef="#br0" timeOffset="34155.21">33637 4516 0,'-88'88'16,"176"-176"-16,-476 529 15,335-406 1,-123 88-1,158-105 1,18 0-16</inkml:trace>
  <inkml:trace contextRef="#ctx0" brushRef="#br0" timeOffset="35061.41">27834 6209 0,'0'53'16,"0"247"15,0-177-15,88-17 0,36-71-1,35-35 1,-106 0-16,17-123 31,-70-177-15,0 212-1,-141-159 1,-18 141 15,-229 71 0,282 35-31,-105 88 32,140 0-17,71-53-15,0 106 16,0-70 15,212-53-15</inkml:trace>
  <inkml:trace contextRef="#ctx0" brushRef="#br0" timeOffset="35388.78">28328 5856 0,'0'0'16,"0"300"-16,-176 88 31,140-194-15,-34-70-1,52-72 1,53-87 62</inkml:trace>
  <inkml:trace contextRef="#ctx0" brushRef="#br0" timeOffset="35892.6">28981 6121 0,'0'70'16,"0"-140"-1,0 246-15,17-70 0,54 17 16,52 54 15,-70-107-31,53-17 0,-53-35 16,71-18-1,-54 0 1,36-71 0,-88-158 15,-18 123-16,-142-123 17,-52 176-17,-105 35 1,210 18-16,-105 0 16,53 124-1,141-107 1,-17 125-1,175-72 17,89-70-1</inkml:trace>
  <inkml:trace contextRef="#ctx0" brushRef="#br0" timeOffset="36189.82">29580 5838 0,'0'124'0,"0"-248"0,-52 477 16,-37-194-1,54-106-15,-36 53 16,1 35 0,70-123-1,-18 17-15,18-18 32,0 1-1</inkml:trace>
  <inkml:trace contextRef="#ctx0" brushRef="#br0" timeOffset="36658.87">30462 6015 0,'0'0'0,"36"88"16,17 0-16,158 159 15,-175-194 1,122 18 0,-87-71-1,-54 0-15,1-124 47,-88-246-16,-1 211-15,-52 106 15,87 53-31,-34 0 0,-1 0 16,-105 106-1,140-53-15,-87 88 32,123-88-1,53-35-15</inkml:trace>
  <inkml:trace contextRef="#ctx0" brushRef="#br0" timeOffset="37019.9">31097 5415 0,'0'0'0,"-88"124"0,-441 528 31,335-458-31,-35 71 32,211-212-17,0-36-15,1 19 0,17-19 31</inkml:trace>
  <inkml:trace contextRef="#ctx0" brushRef="#br0" timeOffset="43282.14">26741 6773 0,'17'0'31,"-17"18"-15,18 53-1,-18-54 1,53 107 15,-18-54-31,0 1 0,54 123 31,16-88-15,54-1 15,-18-105-15,71-35 15,-177 18-15,0-19-16,36 1 15,35-18 1,-53 53-16,53-35 16,-54 35-1,195 0 1,0 0 0,-70 0-1,-19 35-15,-34-17 16,176 88-1,-124-89-15,230 212 32,-265-140-17,-88-54-15,17 53 32,-70-53-17,0-17 16,0-53 16,0-36-31,177-176 15,-71 141-31,52 18 16,54-18-16,0 71 0,264-88 31,247 17-15,-317 71-1,-106 35 1,-89 0 0,-105 0-1,-17 0 1,-54 17-1,53 1 1,0-1 0,0-17-1,71 18 1,-106-18-16,-53 35 31,0-52 63,-71 17-94</inkml:trace>
  <inkml:trace contextRef="#ctx0" brushRef="#br0" timeOffset="56793.95">26582 3916 0,'0'0'0,"17"35"0,19 71 16,-19 35 0,19 265-1,-36-265-15,0-18 16,0 54 0,0-107-16,-53 124 31,35-176-16,18 17-15,-35 1 16,17-36 0,-17 0-1,17 0 17,1 0-17,52 0 48,229 388-32,-193-247-15,105 300-1,-176-318-15,18 1 16,-18 140-1,0-176 17,0 36-17,-18-107-15,18 1 16,-17 0 78,-1-18-79,18-18-15,-35-35 32,17 36-32</inkml:trace>
  <inkml:trace contextRef="#ctx0" brushRef="#br0" timeOffset="59051.66">26511 5927 0,'-35'35'156,"-106"35"-125,106-52-15,-71 35 15,-71 123-15,160-158-1,-36 88 1,35-53 0,1 0-16,-1 17 15,-35 142 1,35-159-1,-35 141 1,53-124 0,0 36-1,0 35 1,0-123-16,36 194 31,34-89 0,-17-70 1,0 35-17,-18-88-15,36 89 32,-18-72-17,88 18 1,-53-17-1,-17-18 1,-36 18-16,53 17 16,-17-35-1,-18 0-15,35 35 16,-35-17 0,-36-18-16,36 18 15,53-1 1,-35 1-1,-36-1-15,53-17 32</inkml:trace>
  <inkml:trace contextRef="#ctx0" brushRef="#br0" timeOffset="59999.57">27958 8008 0,'53'0'15,"35"176"1,-35-52-1,70 229 1,-88-230-16,1 36 31,-36-18-15,0-88-16,0 18 16,-71-36 30,1-35-30,-1-18 0,18-35-16,-35-53 31,70 36-15,18 35-1,0 17 16,18 0-15,0 18-16,176 0 31,-18-17 1,-141-19-17,36-34 16,-54 52-15,-17-35-16,0 18 16,36-36-16</inkml:trace>
  <inkml:trace contextRef="#ctx0" brushRef="#br0" timeOffset="60417.55">28540 8608 0,'35'0'31,"0"194"-15,-17-177 0,88 160-1,-89-142 1,36 0 0,0-35 15,-18-141 0,-87-123 0,34 264-31,0-36 32,124 36 46,-35 0-63,17 0-15,-35 0 16,17 0-16</inkml:trace>
  <inkml:trace contextRef="#ctx0" brushRef="#br0" timeOffset="60973.41">29422 8625 0,'0'-17'16,"-124"87"15,71 1-16,53 88 1,0-124 0,0 18-1,0-36 1,18 19 0,0-36 15,17-159 0,-35 124-15,0 17-16,17 0 47,36 18-32,36 53 1,-89-35-1,70 17 1,-70-17-16,35 0 16,1 17 31,-36-88-1,53-53-30,-53 53-16</inkml:trace>
  <inkml:trace contextRef="#ctx0" brushRef="#br0" timeOffset="61555.37">29757 8608 0,'0'0'0,"17"35"16,36 194 0,-35-193-1,17 69 1,1-69 15,-54-142 47,0-88-62,18 159-16,0-18 31,0 35-15,36 0-16,16 18 31,-34 0-15,141 71-1,-89 17 1,54 71 15,-106-106-31,17-18 16,-18-53 78,1-17-79,35 0-15,-35 17 0</inkml:trace>
  <inkml:trace contextRef="#ctx0" brushRef="#br0" timeOffset="62133.48">31150 8855 0,'18'0'16,"0"0"15,87-106 0,-87 53-31,17-35 16,-17-194 15,0 211-31,-1-52 16,-17 87-1,35 142 63,1 317-62,-19-317 0,19-18-1,-36-17 17,-53-71 30,35 0-46</inkml:trace>
  <inkml:trace contextRef="#ctx0" brushRef="#br0" timeOffset="62655.3">31768 8837 0,'88'-88'32,"-176"176"-17,193-388 1,-87 124-1,-18 88-15,0 17 16,18-70 0,-18 88-1,0 35 1,17 230 62,-17 247-47,0-371-15,0-18 0,0-34-16,0 17 15,0-36 1,0 1-16,18 0 15,-18-1 32,-35-17-31,-1 0 0</inkml:trace>
  <inkml:trace contextRef="#ctx0" brushRef="#br0" timeOffset="66553.13">19808 5115 0,'36'0'140,"422"0"-124,-317 0 0,389 0 15,-1 0-15,-370 0-1,17 0-15,89 0 16,34 0-1,-122 0 1,281 0 0,-281 0-1,281 0 1,-352 0 0,53 0-16,53 0 31,52 0-16,-193 0 1,35 0 0,-53 0-16,-18 0 0,53 0 31,-70 0-31,-1 0 31</inkml:trace>
  <inkml:trace contextRef="#ctx0" brushRef="#br0" timeOffset="75423.03">8326 6297 0,'-18'0'94,"194"0"-63,-88 0-31,230 0 32,282 0-1,-442 0-16,160 0 1,-195 0 0,318 0 15,-264 0-31,176 0 16,-142 0-1,-34 0-15,264 0 31,-71 0 1,-176 0-1,18 0-15,-124 0-1,88 0 1,-105 0-1,17 0 1,-70 0 0,17 0-1,18 0 17,-35 0-17,17 0 1</inkml:trace>
  <inkml:trace contextRef="#ctx0" brushRef="#br0" timeOffset="82043.2">3845 7461 0,'106'0'125,"141"-17"-109,335-54 15,18-17 0,-477 88-31,248-35 32,-265 35-17,211-18 1,-229 18 0,89 0-1,-1 0 1,-105 0-1,264 0 17,-229 0-17,-18 0 1,-18 0 0,-52 0-1,17 0 1,1 0-1,-19 0-15,36 0 32,-35 0-17,70 0 17,-70 0-32,70 0 31,-53 0-31,71 0 31,-18 0 0,-35 0-15,-18 0 0,1 0-16,-19 0 31,1-18 188</inkml:trace>
  <inkml:trace contextRef="#ctx0" brushRef="#br0" timeOffset="85067.83">4851 8184 0,'0'18'94,"17"0"-79,213-18 16,193 0-15,-106 0 0,-70 0-1,-158 0 1,-1 0 0,-18 0-16,1 0 15,-1 0 1,-52 0-16,17 0 31,-17 0 0,-18-18 16,18-17-47</inkml:trace>
  <inkml:trace contextRef="#ctx0" brushRef="#br0" timeOffset="85869.83">8220 8237 0,'0'0'32,"123"0"30,230 0-46,194 0 15,-300 0-15,-71 0-16,230 0 15,-106 0 1,-124 0 0,-70 0 15,-88 18 78</inkml:trace>
  <inkml:trace contextRef="#ctx0" brushRef="#br0" timeOffset="91068.68">4480 10672 0,'-17'0'31,"140"-18"-15,-35 0 0,159 18-1,-70 0-15,-36 0 0,70 0 16,354 0-1,17 0 17,-194 0-17,-212 0 1,18 0-16,18 0 0,0 0 16,141 0-1,52 0 16,-193 0-15,35 0 0,-71 0 15,-35 0-15,-105 0-1,17 0-15,-18 0 31,0 0-15,-17 0 15,17 0-15,-17 0 15,-36 0 94</inkml:trace>
  <inkml:trace contextRef="#ctx0" brushRef="#br0" timeOffset="110158.52">21519 6650 0,'18'0'157,"35"18"-126,-35-18 0,-1 0-15,19 0 15,-19 17-15,-17 1 124</inkml:trace>
  <inkml:trace contextRef="#ctx0" brushRef="#br0" timeOffset="135552.01">27517 13494 0,'70'0'62,"318"0"-46,-247 0-1,530-88 17,-266 88-1,-352 0-31,177 0 31,-72 0 0,-140 0-15</inkml:trace>
  <inkml:trace contextRef="#ctx0" brushRef="#br0" timeOffset="138052.24">27287 13564 0,'0'18'63,"0"52"-48,0 213 1,0-89-1,0-88 1,0 299 0,0-281-1,18 52-15,-18-17 16,53 458 15,-53-440-31,0-19 16,0 125-1,-35-54 1,-71 177 15,88-336-31,18 1 16,0 17 0,0-35-16,0 17 31,0-52-16,-17 0 48,17-1-32,0 54 0,0-54-15,0 1 125,88-18-126,459-35 1,-353 35 0,511-35 15,-88 35-16,-17 0 17,159 0-1,-336-18 0,-194 18-15,-158 0-1,70 0 1,-123 0 15,-1-18 1,-17 1 30,0-72-46,-88-175 15,17-54-15,54 142-16,-1 35 15,18-159 1,0-35-1,0 229 1,0-17-16,0-124 16,0 158-1,0-34-15,0 35 16,88-318 15,-70 300-15,17 0-1,-35-70 17,0 17-17,0 124-15,0-36 16,0-70 15,0 124-15,0-36-1,0 17 1,-17 1 0,-1 0 15,-17-53-15,17 88 15,0-53-16,-17 53 32,-194 0-31,105 35 0,-334 53-1,281-70-15,19 35 16,-54-53 15,-105 0-15,34 0 15,213 0-15,-142 0 15,106 0 0,89 0 32,17-18-48</inkml:trace>
  <inkml:trace contextRef="#ctx0" brushRef="#br0" timeOffset="138903.31">27834 12541 0,'-106'0'31,"212"0"-31,-300 0 16,141 0-16,-53 53 31,106-35-15,0 17-1,0 36 1,18-54 0,53 19-16,123 52 31,-71-18 0,-105-17-15,-18-35-1,0 52 17,-71-70-32,-105 0 31,105 0-16,36-17-15,0-1 16,35-17 15,53-18-15</inkml:trace>
  <inkml:trace contextRef="#ctx0" brushRef="#br0" timeOffset="140218.74">28469 12647 0,'-53'18'0,"106"-36"16,-141 71-16,53 0 16,-18 70-1,35-87 1,18-19-16,0 19 16,0-19-1,0 1 16,53-18 1,-18-124-17,-35 71-15,0 36 32,18-1-1,0 18-16,17 53 1,18 35 0,-36-88-1,19 36 1,-19-36 0,36 0-1,141-247 16,-70 0 1,-107 123-17,-17 107 1,0 105 62,0 123-62,0-140-16,0 70 31,18-70-15,0-54-1,17-34 16,0-72-15,18 1 0,0 35-1,-35-17 17,52 229 46,-34-107-63,-1-34 1,-18 0 0,1-18 15,0 0-31,52-106 31,-17-70 0,-53 228 47,0-16-62,36-1-16,-1 53 31,-35-70-15,53-1 15,-18-17-31,159-17 31,141-160-15</inkml:trace>
  <inkml:trace contextRef="#ctx0" brushRef="#br0" timeOffset="141464.75">30568 12506 0,'0'0'16,"-176"53"0,123-35-1,-53 105 1,106-70 0,0 17-1,0-34 1,71-19-1,-18-17 1,88-53 15,-106-17-31,35-89 16,-34-176 0,-36 123 30,0 195-14,0 211 15,-53-36-32,35 231 16,18-319-31,0-17 16,0-35 15,18-18-15,123-141 15,-106 88-15,-35 35-16,36 71 47,-1 70-32,-18-87 1,19-1 15,52-53 0,-35-88-15,-36 54-16,1-178 31,-18 142-15,-106 17 15,-35 71-15,88 18-1,0 53 1,53 35 15,0-89-15,265 36 15,-142-53-31,-17 35 0,18-17 16,158 17 15,-212-35-31,19 88 31,-72-70 1</inkml:trace>
  <inkml:trace contextRef="#ctx0" brushRef="#br0" timeOffset="141625.23">31785 12841 0,'-17'0'94,"-1"0"-94</inkml:trace>
  <inkml:trace contextRef="#ctx0" brushRef="#br0" timeOffset="142260.34">31521 12859 0,'0'17'0,"0"1"156,35 70-141,-35-70-15,35 17 16,53 18 0,-52-53-1,140 0 1,-88-35 0,-52 0-1,-36-89 1,0 106-1,0 1-15,0-1 0,-89 18 47,36 0-47,18 35 16,18 1-16,-1-19 0,18 36 31,0-35-15,0 0 15,406-283 0,-336 159-31</inkml:trace>
  <inkml:trace contextRef="#ctx0" brushRef="#br0" timeOffset="142629.84">32579 11712 0,'0'106'47,"-53"264"-32,53-246 1,0-54-16,0 36 31,0-88-15,0 0 15,35-18 0,-35-18-15,18 18-16,35-53 0,-35 0 31</inkml:trace>
  <inkml:trace contextRef="#ctx0" brushRef="#br0" timeOffset="142934.17">32103 12136 0,'0'0'15,"123"0"-15,-35 0 16,1 0-1,52 0 1,-124 0 0,107-18-1</inkml:trace>
  <inkml:trace contextRef="#ctx0" brushRef="#br0" timeOffset="143188.54">32879 12294 0,'0'0'0,"88"106"16,-35-35-16,88 52 15,-88-70 1,-18-18-16,1 1 15,-1-1 17,-17-159 15,-18 72-32,35-107 1</inkml:trace>
  <inkml:trace contextRef="#ctx0" brushRef="#br0" timeOffset="143428.29">33373 12294 0,'-88'265'32,"52"-195"-17,-122 160 1,140-177-1,0-36 1,1-17 0,-1 0 15,0-53 0,18-35-31,0 0 0</inkml:trace>
  <inkml:trace contextRef="#ctx0" brushRef="#br0" timeOffset="143850.84">33355 11924 0,'18'0'31,"17"0"-15,18 229-1,-53-141 1,18 1-16,-1 69 16,1-87-1,17-18-15,-17-18 31,-1-17 1,72-18-1,-19-53-15,1-18 15,-54 18-31,1 36 15</inkml:trace>
  <inkml:trace contextRef="#ctx0" brushRef="#br0" timeOffset="144156.87">33214 12171 0,'0'0'15,"18"0"1,35 0 15,511-141 0,-564 105-31,0 19 32,0-36-17</inkml:trace>
  <inkml:trace contextRef="#ctx0" brushRef="#br0" timeOffset="145614.74">31715 12859 0,'0'35'47,"0"-17"-31,0-1 15,53-17-15,0 0-16,88 0 31,-106-35-31,-17 0 31,-18 17-15,-36 18 15,-122 71-15,140-36-1,-17 18 1,35-35 15,0-1 0,88-17-31,-71 0 0,107-123 47,-124 105-16,0 0 1,-71 71-17,71 0 17,36-53-1,87 0-16,-35 0 1,-70-17 0,-18-36-16,-123 88 93,105-17-93,18-1 32,53-17 15,-53-53-16,0 36-31,0-1 15,-18 18 1,-52 0-16,52 0 16,-53 0-16</inkml:trace>
  <inkml:trace contextRef="#ctx0" brushRef="#br0" timeOffset="169892.43">27587 14146 0,'0'-17'47,"18"52"-16,-18 53-16,0 0 1,0 54 0,0-125-16,0 36 31,0 0-15,0-35 62,-18-18-47</inkml:trace>
  <inkml:trace contextRef="#ctx0" brushRef="#br0" timeOffset="170202.72">27517 14411 0,'0'-18'31,"105"18"0,-34 0-15,-53 0-16,35 0 31,-36 0 16,-17-17-47</inkml:trace>
  <inkml:trace contextRef="#ctx0" brushRef="#br0" timeOffset="170564.53">27781 14041 0,'18'52'15,"-18"19"1,0 158 15,0-176-31,0 35 16,0-52-1,0-19 1,0-34 62</inkml:trace>
  <inkml:trace contextRef="#ctx0" brushRef="#br0" timeOffset="171204.9">27905 14482 0,'17'17'15,"1"-17"1,0 35 0,-1-35-1,36 0 63,-35-52-62,-18 34 0,0 0-1,0 1 1,0-1 62,-18 18-62,1 0-1,17 35 1,0-17 0,0 0-1,0 17-15,0-70 125,0 17-125</inkml:trace>
  <inkml:trace contextRef="#ctx0" brushRef="#br0" timeOffset="171613.26">28152 13952 0,'17'18'31,"-34"-36"-31,70 195 16,-36-107 0,19 124-1,-36-158 1,0 34-16,0-35 31,0 18-15,0-35 31,0 0-16</inkml:trace>
  <inkml:trace contextRef="#ctx0" brushRef="#br0" timeOffset="172279.89">28469 14446 0,'-17'0'32,"-19"0"-17,19 18-15,-1 105 32,18-105-17,0 0 1,0-1 46,18-17-46,-1 0-16,1-35 31,0 17 16,-1 18-16,36 18 1,-35 0-32,-18-1 15,17-17 1,19 18 62</inkml:trace>
  <inkml:trace contextRef="#ctx0" brushRef="#br0" timeOffset="172860.56">28822 14640 0,'0'18'15,"0"52"1,0-17-16,0 53 31,-18-71-15,1-17 0,17 0 15,-18-18 0,18-18-15,0-35-16</inkml:trace>
  <inkml:trace contextRef="#ctx0" brushRef="#br0" timeOffset="173891.66">29016 14393 0,'0'0'0,"35"89"47,-17-1-16,-18-106 63,0 0-78,0-34-16,35 16 15,-17 19 1,-18-1-16,35 18 63,-17 0-48,-1 18-15,-17-1 16,0 89 15,0-124 78,18-34-77,-18 34-17,35 0 17,-17 18-1,52 36-16,-70-19 1,0 54-16,18-18 31,-18-53 63,0-53-78,-18-53-1</inkml:trace>
  <inkml:trace contextRef="#ctx0" brushRef="#br0" timeOffset="174724.87">29369 14411 0,'0'0'16,"35"18"-1,-35-1 1,35 71 0,-17-70-1,-18 0 1,18-18 31,17-18-32,-35 0-15,18 18 16,-18-35 15,0 18-31,0-1 16,0 0 15,17-17 0,1 35-31,17 0 32,-17 71-17,17-36-15,-17 18 16,-18 17 15,0-123 63,0-17-79,0 35-15,17 17 16,1 0 15,-18 1-31,18 17 32,70 88-1,-71-35-16,-17-36-15,18-17 0,-18 36 16,0-19-16,0-140 109,53 35-93</inkml:trace>
  <inkml:trace contextRef="#ctx0" brushRef="#br0" timeOffset="175342.42">30092 14288 0,'0'52'63,"-35"90"-48,35-107 1,0 53 15,0-53-15,70-17-1,-35-18 1,1 0 0,-1-106 31,-35 36-47,0-124 15,0 88 16,0 53-31,0 0 32,18 0-17,-18 35 1,0 1 0</inkml:trace>
  <inkml:trace contextRef="#ctx0" brushRef="#br0" timeOffset="176236.53">30374 14393 0,'18'71'93,"35"-1"-61,0-70-17,-36 0 17,36 0-17,-18 0 16,-35-17-15,0-1 0,0-17-1,0 17-15,0-17 32,0 17-1,-17-35-16,-71 36 17,35 17-17,35 0-15,0 0 32,-52 0-17,70 17 1,0 36-1,0 0 1,0-35 0,0-71 93,0 35-109</inkml:trace>
  <inkml:trace contextRef="#ctx0" brushRef="#br0" timeOffset="183940.09">27587 15117 0,'0'17'125,"159"-17"-93,-124 0-32,1 0 15,34 0 1,-35 0-1,1 0 1,-125 0 125,19 0-126,-1 0 1,1 0 0,52 0 15,53 0 172,212 0-172,-176 0-31,-36 0 31,-229 0 48,106 0-64,-106 0 16,159 0-31,88 0 110,17 0-95,-35 0 17</inkml:trace>
  <inkml:trace contextRef="#ctx0" brushRef="#br0" timeOffset="-97452.58">22366 9313 0,'0'-17'579,"0"-1"-533,0 0 908,0 1-923,0-1-16,0 1 95,-35-1-79,17 18-15,-17 0-1,0 0 1,-1 53 0,19 0 15,-19-18-16,36 18 32,0-35-31,0-1 15,0 1 32,0-1-48,18-17 1,35 0 0,0-17 15,-35-1-16,-18 1 1,35-54 15,-18 53-31,-17 1 16,0-19-16,18 72 156,-18-19-140,0 36-1,18-53 1,-18 18 0,17 0-1,1-18 1,53 0 31,-54 0-32</inkml:trace>
  <inkml:trace contextRef="#ctx0" brushRef="#br0" timeOffset="-96530.18">22754 8925 0,'0'-17'47,"0"-1"15,-35 53-46,0 1 0,-1-19-1,19 54 1,-1-54 0,18 19-16,-18-19 31,18 19-16,0-1 17,18-17-17,0-1-15,-1 1 16,19-18-16,-19 17 16,1 54 30,-18-36-14,-35-17-1,17-18-31,-35 0 31,0-18-15,35 1 15,18-1 0,0-17 16,0 17-31,36 0-16,-19 18 0</inkml:trace>
  <inkml:trace contextRef="#ctx0" brushRef="#br0" timeOffset="-94946.84">22931 9119 0,'0'0'31,"17"0"-31,-52 53 63,0 0-48,-1-18 1,36 1-1,0-1 17,36-70 61,-1-18-61,-35 35-32,0 89 78,0-54-63,18 19 1,-1-19 0,1 1-1,17-18 1,53-18 15,-70 1-15,0-36-16,-1-18 0,1 18 15,17-70 1,-17 17 15,-18 88-15,0 1-16,-18 228 94,1-175-79,17 69 1,0-87 15,0 0-31,0-1 78,52-52-46,-52 17-17,18 1 32,0 52 16,17 53-48,-17-70 1,-1-18-1,1 35 17,52-52-1,1-89 0,-53 18-15,-1 17 15,-17 106 63,0 36-94,0-54 15,0 19 17,36-36 30</inkml:trace>
  <inkml:trace contextRef="#ctx0" brushRef="#br0" timeOffset="-93661.5">23830 9119 0,'0'0'0,"0"53"16,0-17-16,-18-1 15,1 0 1,17 36 0,0-36 31,17-17-1,72-89-30,-54 0 0,0-87 15,-35 105-31,0-18 16,0-88-1,0 107 1,18-54-1,0 70 17,-18 89 46,-36 265-63,36-159 17,0 17-1,0-158 0,18-54 32,0 1-48,-18 17-15,17 18 16,18-35 15,1 35 0,17 88 1,-18-17-32,18-1 31,-36-70-31,36 18 31,18-18-15,-18-18-1,-35-34 1,-18-72 15,0 54-15,-53 34 15,0 36-15,17 18-1,-34 17 1,17 18 15,35-35-31,18-1 32,-53-17-17</inkml:trace>
  <inkml:trace contextRef="#ctx0" brushRef="#br0" timeOffset="-90825.72">19244 10425 0,'-18'-36'47,"-35"36"-16,36 18-15,-18 0-1,35 17-15,-53 53 32,53-70-17,0 52 16,0-52 1,0 0-17,70-18 17,-35-36-1,-35-17-16,0 36 1,0-36 0,0 35-1,18 1 63,0 69-46,-1 37-17,1 16 1,17-69 0,-17-107 77,-18 36-77,0-18 0</inkml:trace>
  <inkml:trace contextRef="#ctx0" brushRef="#br0" timeOffset="-90162.75">19509 10195 0,'0'0'0,"0"-17"78,-18 17-62,0 0-16,-35 88 31,53 106 1,0-176-32,18 34 31,35 1 0,-53 18 47,0-53-78,-18-18 0,-70 0 31,53 0-15,17 0 0,18-18 31,0-17-32,88-36 16</inkml:trace>
  <inkml:trace contextRef="#ctx0" brushRef="#br0" timeOffset="-88629.18">19791 10389 0,'-18'71'62,"-17"-36"-46,0 36 0,35-54 15,0 1 31,70-106-30,-52 53-32,-18 105 78,0-17-63,53 0 1,-18-35 15,18-18-15,35 0 15,-53-71-15,1 0-16,17-140 31,-18 34 0,-35 142-15,18 0 15,-18 194 32,-18 52-48,18-140 1,0 35 15,0-71-15,0-17 15,18-18-15,70 0 15,0-18-16,-53 0-15,-17-35 32,-18 18-17,0 17-15,0 36 94,17 88-78,19-71 15,-19-35 0,1 0-15,17 0-1,-17 0-15,17 0 0,-17-53 16,17-70 0,-17 105-16,17 18 109,-35 88-93,18-70-16,17 70 31,-35-70 0,0-53 16,0 17-47</inkml:trace>
  <inkml:trace contextRef="#ctx0" brushRef="#br0" timeOffset="-87436.85">21343 10372 0,'0'-18'32,"-35"18"-17,-1 35-15,19-17 16,-18 17-16,17 36 31,18-54-31,-35 107 31,35-106-15,0-1 15,88-87 16,-35-54-31,-18 1-1,18-1 1,-18 1 15,-35 87-15,18-69 15,0 105-31,-36 229 63,0-17-48,18-18 1,0-71 15,-17-105 0,17-36 1,0-52-17,17 52-15,19 0 16,-36 1 0,17 17 30,18 53-30,-17-53-16,-18 52 16,18-52-1,-1 18 1,19-18 15,17 0-15,-53-53-1,17-106 1,-17 71 15,-17 124 47,-19-1-62,-17 18 0,0-36 15,1-17 0,34 0-31</inkml:trace>
  <inkml:trace contextRef="#ctx0" brushRef="#br0" timeOffset="-86436.95">22560 10054 0,'194'-17'172,"247"17"-156,-264 0-1,69 0 1,-228 0 0,-71 0 171</inkml:trace>
  <inkml:trace contextRef="#ctx0" brushRef="#br0" timeOffset="-85572.69">19720 10989 0,'0'0'0,"71"0"0,105 0 47,1 0-47,-89 0 15,247 0 1,-282 0 0,17 0-1,-34 0 1,-19-18 31,107 18-32,-71 0 1,70 0 0</inkml:trace>
  <inkml:trace contextRef="#ctx0" brushRef="#br0" timeOffset="-84428.8">19068 11236 0,'0'-18'0,"-141"107"32,88-19-17,-36 106 16,89-123-15,18-35 15,53-36 16,-36-140-31,-17 105 15,-1 53 0,71 17 16,-17 89-31,-71-71-16,35-17 31,-17-18 0,-1-35 1,36-71-17</inkml:trace>
  <inkml:trace contextRef="#ctx0" brushRef="#br0" timeOffset="-83872.83">19456 11007 0,'0'-18'31,"-36"36"1,19-1-17,-1 36-15,18-18 16,0-17-1,0 53 1,0 35 15,35-18 1,-35-53-17,0-17-15,0-1 31,0 1 1,-52-18-17,34 0-15,0 0 16,-17-35 0,35 17 15,0 0-16,0 1 17,18-1-32</inkml:trace>
  <inkml:trace contextRef="#ctx0" brushRef="#br0" timeOffset="-83252.51">19738 11307 0,'-18'0'16,"-88"52"15,71-16-15,35-1 15,35-88 63,-35 35-79,18 54 48,-18-1-32,35-17 32,36-18-63,-53-18 0,52-105 31,18-107 0,-52 177-31</inkml:trace>
  <inkml:trace contextRef="#ctx0" brushRef="#br0" timeOffset="-82529.03">19950 10989 0,'-18'159'46,"0"-53"-30,18-71-16,0 71 16,0-89-1,0 36 1,36-53 46,34 0-30,-52-17-17,17-19 17,-35 72 61,0 17-77,35-36 46,1-17-46,17-88 15,-36 53-15,1 35 78,-18 35-63,35-17 31,89-18-62</inkml:trace>
  <inkml:trace contextRef="#ctx0" brushRef="#br0" timeOffset="-81558.68">20567 11377 0,'0'18'32,"0"-1"-17,0 36 1,0-17 0,0 16-1,18-34 63,140-335-46,-122 123-1,34-53 0,-52 229-15,-18 36 31,0 70-32,0 176 16,0-193-31,0 0 0,0-54 16,0 54 0,17-54 15,36-17 0,-17 0-15,-19 0 15,19 0-15,-19 18-1,54 35 17,-18-53-17,-36 0 1,54 0 15,-71-176 0,-18 158 32,-52 53-48,-19 18 17,19-35-1,52-18-15,1 0-16</inkml:trace>
  <inkml:trace contextRef="#ctx0" brushRef="#br0" timeOffset="-80793.44">19826 11730 0,'0'-18'31,"0"36"-31,-18-53 32,160 17 46,-1 18-63,-18 0-15,195 0 16,-160 0 0,19 0-16,-1 0 15,-123 0 16,-35 0 16,-18-18 94,-18 1-94</inkml:trace>
  <inkml:trace contextRef="#ctx0" brushRef="#br0" timeOffset="-56604.63">25629 9543 0,'89'123'125,"193"124"-94,-124-159-31,-105-35 16,194 141-1,-158-88-15,-19 0 16,301 352 15,-248-281-15,-52-36-1,-19 0-15,-34-70 0,53 34 16,-54-52 0,1 53-16,17 0 15,-35-53-15,18 18 16,-1 70 0,-17-124-1,18 54 16</inkml:trace>
  <inkml:trace contextRef="#ctx0" brushRef="#br0" timeOffset="-55902.39">27005 12083 0,'53'17'15,"-35"1"1,88 88 0,-54-71-1,72 88 16,-36-34-31,-53-54 16,18 18 15,-35-53 16,35 0-31,-53-18-16,17-35 15,1-123 17,0 105-32,17 18 0,-35 18 15,0 18 1,18-19 0</inkml:trace>
</inkml:ink>
</file>

<file path=ppt/ink/ink5.xml><?xml version="1.0" encoding="utf-8"?>
<inkml:ink xmlns:inkml="http://www.w3.org/2003/InkML">
  <inkml:definitions>
    <inkml:context xml:id="ctx0">
      <inkml:inkSource xml:id="inkSrc0">
        <inkml:traceFormat>
          <inkml:channel name="X" type="integer" max="5760" units="cm"/>
          <inkml:channel name="Y" type="integer" max="2160" units="cm"/>
          <inkml:channel name="T" type="integer" max="2.14748E9" units="dev"/>
        </inkml:traceFormat>
        <inkml:channelProperties>
          <inkml:channelProperty channel="X" name="resolution" value="167.44186" units="1/cm"/>
          <inkml:channelProperty channel="Y" name="resolution" value="111.34021" units="1/cm"/>
          <inkml:channelProperty channel="T" name="resolution" value="1" units="1/dev"/>
        </inkml:channelProperties>
      </inkml:inkSource>
      <inkml:timestamp xml:id="ts0" timeString="2025-11-14T16:35:37.232"/>
    </inkml:context>
    <inkml:brush xml:id="br0">
      <inkml:brushProperty name="width" value="0.05292" units="cm"/>
      <inkml:brushProperty name="height" value="0.05292" units="cm"/>
      <inkml:brushProperty name="color" value="#FF0000"/>
    </inkml:brush>
  </inkml:definitions>
  <inkml:trace contextRef="#ctx0" brushRef="#br0">15399 4498 0,'88'0'62,"0"0"-46,89 0-16,175 0 16,-122 0-1,-1 0-15,18 0 16,511 0 0,-176 0 15,-246 0 0,-231 0-15,-87 0 62</inkml:trace>
  <inkml:trace contextRef="#ctx0" brushRef="#br0" timeOffset="963.2">23248 2840 0,'35'18'16,"159"34"-1,71-34 17,123-18-17,-194 0-15,71 0 16,299 0-1,-282 0-15,547 0 32,-105 0-17,16 0 1,-546 0 0,18 0-16,88 0 31,-36 0-16,-175 0 17</inkml:trace>
  <inkml:trace contextRef="#ctx0" brushRef="#br0" timeOffset="5912.63">4445 5115 0,'159'0'63,"-71"0"-48,194-53 16,-70 53-15,211-17 15,-264-1-31,176-35 32,88-17-17,-317 70 1,353-89 15,-318 89-31,265-70 16,-301 70-1,213-35 1,-89 35 15,-158 0-15,-36 0-16,36 0 15,-54 0 1,1 0-16</inkml:trace>
  <inkml:trace contextRef="#ctx0" brushRef="#br0" timeOffset="8729.44">4992 6244 0,'17'0'93,"230"0"-61,-158 0-32,140 0 31,-35 0-16,-124 0 1,107 0 0,-89 0-1,0 0-15,0 0 16,89 0 0,17 0-1,70 0 1,19 0 15,-125 0-15,-69-17-1,-36-1-15,-18 18 16,53 0 0,-53 0-16,71-18 31,-71 18-16,-17-17-15</inkml:trace>
  <inkml:trace contextRef="#ctx0" brushRef="#br0" timeOffset="13146.26">21043 8802 0,'35'-35'47,"477"-36"-32,158 71 16,-193 0-15,-301 0-16,36 0 16,-107 0-1,107 0 1,-194 0 0</inkml:trace>
  <inkml:trace contextRef="#ctx0" brushRef="#br0" timeOffset="15764.22">20884 8872 0,'18'18'63,"-18"0"-48,0 158 1,0-52-16,0 264 31,0 529 0,0-776-31,0 35 16,0 36-16,0 335 31,0 17 1,0-352-17,0-18 1,0-106-16,0-17 15,0 70 1,0-71-16,0-34 16,0 87-1,-18-70 1,18 53 0,-17 0-1,-1-89-15,-17 54 16,35 17-1,-18-17 1,18-19 0,0-16-16,0 17 31,0-18-15,0-17-1,0-1 1,141-105 78,124 88-79,423-35 16,-476 35-31,-107 0 16,460 0 0,-389-18-1,389 18 1,-389 0 0,388 0 15,-440-35-31,70 17 15,-106 1 1,71-1 0,-106-17-1,-36 35 1,1-18 78,-18-17-63,0-1-15,0-16-1,0 16-15,0-87 16,0-1-1,-18-52 1,18 88 0,-35-106-1,0-71 1,-18-88 15,53 89-31,0 105 16,0-70-1,0-36 1,0-35 0,0 212-16,0-282 31,0 158-15,0 106-1,18 0-15,-1-88 16,1 36-1,-18 69-15,0-87 32,0 70-17,0 53 1,18-123 15,-18 158-31,17-35 16,1 36-1,-18-19-15,0 19 16,17-1 0,-17 0 15,0 1 16,0-18-32,0 17 64,-35 0-33,-35 18-30,17 0-16,-35 0 16,-195 0-1,177 0-15,-17 0 16,-230 0 0,247 0-1,-70 0 1,105 0-1,1-17 1,17 17 0,-70-36 31,87 36-47,-34 0 15,-36 0 1,53 0-1,18 0 79,17 0-78,0 0 15</inkml:trace>
  <inkml:trace contextRef="#ctx0" brushRef="#br0" timeOffset="17214.53">20867 9155 0</inkml:trace>
  <inkml:trace contextRef="#ctx0" brushRef="#br0" timeOffset="18288.23">20479 9031 0,'0'53'78,"0"-35"-62,0 17-16,0-17 16,0 52 15,17-70-31,19 18 15,87-18 17,-52 0-1,-1 0-15,-52-18-16,-18 1 15,0-1-15,0-17 16,0 17-1,0-35 1,0 18 0,0-1-1,0 1 1,-18 18 15,1 17 0,-19 0-31,-52 0 32,18 35-1,-19 18 0,72-18-15,-1-17-16,0-18 31,1 35-15</inkml:trace>
  <inkml:trace contextRef="#ctx0" brushRef="#br0" timeOffset="19027.47">20514 9842 0,'18'18'31,"35"-71"-15,-36 0-1,36-17 1,0-36 0,-53 88-1,0-35 1,0 106 109,0 0-125,0 106 31,0-53-15,0-71-1,0 0 1,-18-35 46</inkml:trace>
  <inkml:trace contextRef="#ctx0" brushRef="#br0" timeOffset="19916.16">20567 10319 0,'0'17'16,"18"-17"-1,-1 0 1,19-53-16,34 36 31,-17-1-15,-35 18-16,17 0 47,-17 18-16,-18-1-16,-53 54 1,35-71-16,-105 71 31,70-54 1,17 1-17,19 35 32,17-18-31,0 18 15,35-18 0,18-35-15,0 0 15,-36 0 0,1 0 47,0 0-62,-1 0-16,1 18 31</inkml:trace>
  <inkml:trace contextRef="#ctx0" brushRef="#br0" timeOffset="20227.62">20443 11042 0</inkml:trace>
  <inkml:trace contextRef="#ctx0" brushRef="#br0" timeOffset="21381.7">20514 11042 0,'0'0'0,"71"-18"0,-36 18 16,229-53 15,-228 53-15,-19 36 62,-70-1-62,-17-35 15,35 0 0,70 35 78,18 18-93,-53-35-16,0 35 31,0 0 1,0-18-32,-88 0 31,-36-35-16,89 0 1,17 0-16,-17 0 31,0 0 47,17 0-78</inkml:trace>
  <inkml:trace contextRef="#ctx0" brushRef="#br0" timeOffset="21769.73">20144 12030 0,'0'17'31</inkml:trace>
  <inkml:trace contextRef="#ctx0" brushRef="#br0" timeOffset="22706.1">20038 12665 0,'17'0'31,"-34"0"-31,34 17 0,-17 1 16,0 0-16,0 17 31,18 88 0,-18-105-15,18 0 31,-18-71 15,0 0-46,17 18 15,1 17-15,0 18-1,17 0 17,-17 0-17,17 35 1,-18 0 15,-17-17 0,0 0 16,-17-18-31</inkml:trace>
  <inkml:trace contextRef="#ctx0" brushRef="#br0" timeOffset="23067.16">20443 12823 0,'18'0'31,"0"0"-31,-1 0 47,1 0-16,0-17 32</inkml:trace>
  <inkml:trace contextRef="#ctx0" brushRef="#br0" timeOffset="23538.46">20620 12612 0,'0'0'0,"18"0"31,-18 35 1,0 36-17,0-1 16,17-17-15,1-35 0,-1-1 46,-17-52 16</inkml:trace>
  <inkml:trace contextRef="#ctx0" brushRef="#br0" timeOffset="28666.35">21272 9137 0,'18'0'63,"106"0"-32,175 0 0,-175 0-15,-18 0-1,0 0 1,-89 0 0,54 0-1,35 0 1,17 0-1,-70 0 1,-35 0 15,-1 0 47,-34 0-62,-54 0-16,1 18 0,17-18 16,-53 17-16,71-17 15,-54 36 1,-16-1 0,69-18-16,1-17 15,-53 53 16,35-35 1,35 0-17,-70 17 1,-35-17 15,52-1-15,36 18-16,-36-35 31,1 18-15,52-18-1,-53 35 17,54-17-17,-1-18 1,18 18 124,282-1-108,-141 1-17,124 0 17,70-18-1,-176 0-16,-71 0-15,106 17 32,-176-17-17,35 18 1,-36 17 78,-87 36-63,34-71-31,-193 35 31,159-35-31,-177 53 31,-36 35-15,213-70-16,-1 17 16,36-17-1,17 17-15,-87 18 16,-37 53 15,90-71-15,-54 35 15,70-34-15,19-19 15,52 1 94,265 35-78,-229-53-47,87 18 15,1 52 17,-106-70-1,0 18-15,-18-18 15,-17 0 0,-18 35 63,-106 53-63,-70-35-15,-142 35 15,142 1 0,140-54 0,36-18-15,0 1 15,0 0-15,0-1 15,36-17-15,-19 0-16,124 0 15,89 18 17,-19 53-17,19-54 1,-142 1-16,53-18 31,-106 17-15,18-17-16,-35 18 31,-1 17 32,-52-17-32,-53 17-16,17-17-15,-52 35 16,-89-18 15,142 0-31,-124 18 32,88-17-17,71-19 1,-18 19-1,35-1 17,18 0 15,0-17 15,35-18-46,1 17-16,122 19 31,89 34 0,-158-17-15,69 18 15,-105-36 0,-35-35-31,17 35 0,-17-17 16,-1 0 31,1 17-32,-36-35 32,-176 35-15,-35 36-1,141-36-16,-18 35 1,35-52 0,-34 70-1,105-70 1,-53 35 0,17-53-1,19 17 1,-1 36 15,0-35-15,89 17 93,0-17-93,-1 0-16,-17-1 15,71 36 17,-54-53-32,18 71 31,-35-54-31,-17 1 15,-19-18 1,1 0 31,-18 18-16,0-1 0,17-17 1,-17 18 93</inkml:trace>
  <inkml:trace contextRef="#ctx0" brushRef="#br0" timeOffset="38245.93">7320 8237 0</inkml:trace>
  <inkml:trace contextRef="#ctx0" brushRef="#br0" timeOffset="39818.11">27182 8731 0,'35'0'47,"53"0"-31,353 0 15,741 0 0,-688 0 0,-283 0-15,-140 0-16,-1 0 0,54 0 31,-106 0-31,-1 0 31</inkml:trace>
  <inkml:trace contextRef="#ctx0" brushRef="#br0" timeOffset="42555.82">27217 8872 0,'-18'18'47,"18"35"-31,0 53-1,35 158 1,-17-70-16,0-53 15,70 530 17,-53-460-32,18 142 15,71 353 17,-89-283-1,-35-158-16,0 35 1,0 35 15,0-265-15,0 36 0,0 35-1,0 18 1,0-124-1,-18 53 17,-17 1-17,0-37 32,17-34-16,106-36 110,406-87-110,88 16 1,106 89-1,-370 0 0,-213-17-15,-16 17-16,52 0 15,106 0 1,-89 0 15,-52 0 0,18 0 1,-107 0-32,72 0 31,-54 0-15,0 0-1,-17 0 1,-1 0-1,1-18 1,0 1 15,-18-19-15,0 1 15,0-159 0,0-35 1,-106-142-17,53 89 17,53 88-17,-18 123-15,18-52 16,0-300 15,0 334-15,0-175-1,0 158 1,0 71-16,0-124 16,0 88-1,0-34 1,0 16-1,0 1-15,0-53 16,0 0 0,0 88-16,0-194 31,0 177-15,0-36-16,0 35 15,0-17 1,0 35-16,0-88 31,0 123-15,0-35-16,0 18 15,0-35 1,0 34 31,0 1-47,0 17 15,0-17 1,0 17-16,-17-34 31,-1-37-15,0 89-16,18-17 16,0-1-1,0 0-15,0 1 94,-35 17-78,-71 0-1,36 0 1,-18 0-16,-248 0 31,1 0 0,300 0-31,17-18 32,1 18 61</inkml:trace>
  <inkml:trace contextRef="#ctx0" brushRef="#br0" timeOffset="43780.78">26441 9172 0,'17'53'63,"1"18"-32,-18-54-31,18 1 62,52-53-30,-35-1-17,-17-52 16,-18 71-31,0-36 16,0 35 0,0-17-1,0 17 17,0 0 14,-18 18-30,1 0-16,-36 53 16,-18 36-1,71-72 1,-17 36 15,-1-18 16</inkml:trace>
  <inkml:trace contextRef="#ctx0" brushRef="#br0" timeOffset="44412.98">26441 9966 0,'53'0'47,"-18"-18"-32,-17-17-15,-1 0 16,54-106 15,-36 123-15,-17 71 62,-18 0-63,17 35-15,-17-53 0,0 36 16,18-18 0,-18-36-16,0 36 0,0-17 31,0-1-15</inkml:trace>
  <inkml:trace contextRef="#ctx0" brushRef="#br0" timeOffset="45111.99">26741 10601 0,'0'-18'16,"0"36"-16,0-89 16,0 36-1,52-18 1,-34 18 0,35 0-1,-35 35 1,-1 0-1,1 0-15,-18 53 16,0-18 0,0 53-1,0-70 1,-35 70 0,-18-88-1,-35 35 1,-36 18 15,124 0 0,0 18 1,35-54-17,106 1 16,-88-18-15,-35 0-16,0 0 16,-1 0 31</inkml:trace>
  <inkml:trace contextRef="#ctx0" brushRef="#br0" timeOffset="45882.3">26670 11165 0,'71'0'63,"34"18"-32,-87 0-31,-18-1 16,0 19-1,0-1-15,-35 35 16,-18-34-1,35-36-15,-52 53 32,105-36 61,106 36-77,-70-35 0,17 52-1,-88 1 17,0-53-17,0 17-15,-35 18 16,-36-18-1,36-35-15,-71 0 32,88 0-17,1 0-15,-1 0 16,0 18 0,-35 17-1,53-17 1,-17 17-16</inkml:trace>
  <inkml:trace contextRef="#ctx0" brushRef="#br0" timeOffset="46786.3">26070 13370 0,'0'0'31,"36"0"-16,-19 53 17,1 0-17,-1-18-15,-17-17 16,0-124 78,0 89-79,18-107 17,17 106-32,18 1 31,-17 17-31,-36 17 47,0 107-32,17-89 1,-17 0 0,0-17 30</inkml:trace>
  <inkml:trace contextRef="#ctx0" brushRef="#br0" timeOffset="47085.61">26511 13388 0,'0'0'0,"71"0"15,-54 0-15,19 0 16,-1 0-1,0 0 1,-17 0 0,0-18 46</inkml:trace>
  <inkml:trace contextRef="#ctx0" brushRef="#br0" timeOffset="47441.7">26864 13123 0,'0'0'15,"0"36"-15,0 52 16,0-35 0,0 35-16,0-18 15,18 1 16,-1-53-15</inkml:trace>
  <inkml:trace contextRef="#ctx0" brushRef="#br0" timeOffset="49473.57">8114 7497 0,'70'-36'79,"407"1"-64,193-36 16,-458 54-15,-36 17-16,-17-18 0,-36 18 16,1-35-16,-36 35 15,35 0 1,-87 0-16,-1-18 31</inkml:trace>
  <inkml:trace contextRef="#ctx0" brushRef="#br0" timeOffset="55563.39">15522 7602 0,'141'0'62,"159"0"-46,-106 0-16,71 0 16,-1 0-16,-52 0 15,317 0 1,-282 0 0,706 0 15,-495 0-16,301 0 17,-601 0-32,-69 0 15,-19 0-15,-52 0 16,-36 0 78,-35 0-79,-35-17 1</inkml:trace>
  <inkml:trace contextRef="#ctx0" brushRef="#br0" timeOffset="57080.87">25541 10830 0,'141'0'109,"-35"0"-109,70 0 16,-87 0 0,-36 0 15,-18 0 16,-18 0-32,1 0-15,0 0 47,-18-17-47</inkml:trace>
  <inkml:trace contextRef="#ctx0" brushRef="#br0" timeOffset="57665.75">26017 10689 0,'71'18'31,"-1"17"0,-17 0-31,0 18 16,0-17-16,-18-19 16,71 54 15,-88-71 63,-71 53-79,-88-18 1,35 18-1,71-36 1,0 19-16,17-19 16,0 1 93,-17-18-78</inkml:trace>
  <inkml:trace contextRef="#ctx0" brushRef="#br0" timeOffset="70559.7">11571 9596 0,'18'35'218,"17"-35"-186,-17 0-17,35 17 1,-18-17 0,106 0 15,-70 0-31,-54 0 0,124 0 31,18 0-15,-141 0-1,52 0 1,-17 0 0,18 0 15,-1 18-16,-52-18 1,0 0 0,17 0-1,18 0 32,-36 0 0</inkml:trace>
  <inkml:trace contextRef="#ctx0" brushRef="#br0" timeOffset="81539.28">14834 7620 0,'36'0'16,"-1"0"-1,106 88 1,229 318 15,-228-212-31,-37 0 0,19-35 16,17 193-1,-53-87 1,-88-53 0,-18 52 15,-17-193-31,-53 52 31,35-17 0,35-88-31,18-1 32,-35 1-17,0 17 16,17-35 1,1 0-17</inkml:trace>
  <inkml:trace contextRef="#ctx0" brushRef="#br0" timeOffset="116765.5">21202 12982 0,'0'124'157,"0"-71"-157,0 0 15,35 141 16,-17-177-31,-1 36 32,-34-71 46,17-34-63,0 34-15,0 0 16</inkml:trace>
  <inkml:trace contextRef="#ctx0" brushRef="#br0" timeOffset="117083.05">21237 13194 0,'53'0'47,"53"0"-32,-35 0 16,-19-18-15,-52 1 15,0-1-15,0-53 0,0 36-16</inkml:trace>
  <inkml:trace contextRef="#ctx0" brushRef="#br0" timeOffset="117492.43">21449 12788 0,'0'0'0,"18"141"15,-1-70 1,-17-1 0,18-17-16,-18-17 0,17 34 15,1 1 1,0-18 0,-18-36-1,17 1 32,19-18 47,34-35-94</inkml:trace>
  <inkml:trace contextRef="#ctx0" brushRef="#br0" timeOffset="118051.72">21855 13212 0,'0'0'16,"35"0"0,-17 35 15,52 0 0,-17-35-31,-35 0 16,70 0-1,-53-70 17,-35-1-17,0 36 1,0-1 0,-35 19 15,-53 17 0,17 17 0,53 1-15,18 0-16,0 35 31,0-36-15</inkml:trace>
  <inkml:trace contextRef="#ctx0" brushRef="#br0" timeOffset="118456.06">22207 12647 0,'0'53'0,"0"-106"0,18 177 0,35-36 15,-35 18-15,-1-18 16,54 53 15,-36 18-31,-17-124 16,-1 0-1,1-70 79</inkml:trace>
  <inkml:trace contextRef="#ctx0" brushRef="#br0" timeOffset="119205.5">23089 13000 0,'0'0'15,"-70"0"1,34 0-1,-34 70 1,17 19 0,53-36-1,0-36 1,0 54 0,0-54 30,35-17-30,18-35 15,-18-106 1,-35 123-32,0-17 31,18 17 31,17 18-46,71 89 0,-70-72-1,87 36 16,-70-35-31,-18-18 16,-17 0 0,-1 0 31,-17-18-32</inkml:trace>
  <inkml:trace contextRef="#ctx0" brushRef="#br0" timeOffset="120663.93">19808 13441 0,'89'0'78,"87"0"-62,-88 0-16,406-35 31,-353-1-15,-105 36-1,-36-17 63,-36-1-62,19-17 0</inkml:trace>
  <inkml:trace contextRef="#ctx0" brushRef="#br0" timeOffset="121309.07">20602 13176 0,'0'18'62,"230"158"-31,-125-123-31,-16-18 16,193 89 15,-265-106-15,1-18-16,-18 17 47,-18 1-32,-35 17-15,1-17 16,-37-1-16,-122 89 16,87-35-1,-105 35 16,211-89-31,1 1 0,-1-18 16,18 18 0,-18-18 93,1-18-93,-1 0-16</inkml:trace>
  <inkml:trace contextRef="#ctx0" brushRef="#br0" timeOffset="133695.26">13670 8731 0,'-35'0'31,"-18"0"-15,18 0 0,-71 53-1,53-35-15,18 17 16,-89 124 15,107 17 0,17-105 1,0-36-32,0 0 15,70-35 16,-52 0-31,17 0 16,0-35 0,18-53-1,-53 53 1,53-142 0,-35 89 30,-18 53-30,17 35 47,1 0-48,0 35-15,-1 18 16,36 88-1,-35-70-15,35 17 16,-18-18 15,-17-70 1,88-17 14,-89-19-30,18 1-16,-35 18 16,36-36-1,-36 17-15,0 1 16,0-18-16</inkml:trace>
  <inkml:trace contextRef="#ctx0" brushRef="#br0" timeOffset="134364.7">14058 8819 0,'18'53'16,"-18"230"0,0-178-1,0 213 1,0-159-1,0-106 1,0-18 0,0-194 62,0 36-63,0-1-15,0-176 16,0 89 0,0 175-16,17 1 15,1-18 1,0 36-16,17-19 16,0 19 15,71 17 0,18 229-15,-124-159-16,17 72 31,-17-107-15,0 18-1,-194-53 1,-17-35 15,211 17-15,-18-17-1,18-71 32,18 35-47</inkml:trace>
  <inkml:trace contextRef="#ctx0" brushRef="#br0" timeOffset="135085.79">14728 9031 0,'0'0'0,"18"141"16,35-17-16,-35 140 15,-18-87 1,0 87 0,0 36-1,-18-229 17,0-195 30,18-264-46,0 247-1,0-282 1,18 264 0,35 35-1,-18 72 1,-17 16-1,17 1 17,-17 35-17,123 35 1,0 53 0,35 124 15,-140-141-31,-19 52 15,-17-88 1,0 36 0,-17-18-1,-107-35 1,1-1 0,-18-17-1,-53-53 1,88-17-16,0 17 31,71 35-15</inkml:trace>
  <inkml:trace contextRef="#ctx0" brushRef="#br0" timeOffset="150285.51">16175 14922 0</inkml:trace>
  <inkml:trace contextRef="#ctx0" brushRef="#br0" timeOffset="151575.56">6879 13018 0,'0'0'0,"53"0"16,106-18 15,52 18-16,-105-18 1,35 18-16,1 0 16,422 0-1,-388 0 1,54 0 0,-72 0-16,36 0 15,389-53 16,-495 53-31,159 0 16,-194 0 0,52 0 15</inkml:trace>
  <inkml:trace contextRef="#ctx0" brushRef="#br0" timeOffset="156746.5">25100 13811 0,'35'-35'78,"124"17"-62,-141 18 0,141-17-1,-107 17 1,19-18-1,-36 18-15,1-18 16,-1 1 15,-17-1 1,-1 0 14,1 18-14,-18-17 30,0-1-31</inkml:trace>
  <inkml:trace contextRef="#ctx0" brushRef="#br0" timeOffset="157661.94">25665 13423 0,'17'53'110,"71"-18"-79,-70-17-15,35-18 15,-18 18-15,18-18 15,-35 17 16,-1 1 31,-17 35-47,0 17-15,0 1-16,-70 105 31,35-87-15,35-54 15,-18-35 94,18-53-110,0 35 1,0-35-16</inkml:trace>
  <inkml:trace contextRef="#ctx0" brushRef="#br0" timeOffset="164380.07">4128 15081 0,'88'0'109,"0"0"-93,18 0-16,-18 0 15,212 0 17,-230 0-32,-17 0 0,0 0 15,-35 0 1,-1 0 46,54 0-46,-36 0-16,1 0 16,34 0-16,18 0 31,-70 0-15</inkml:trace>
  <inkml:trace contextRef="#ctx0" brushRef="#br0" timeOffset="170385.18">21378 7885 0,'18'0'31,"-18"-36"-16,-53 36 1,-35 0 0,-124 89 15,195-72 0,17 18-15,0-17 15,0 17-15,52 1-1,37-19-15,-19-17 0,212 71 47,-229-54-47,-35-17 0,17 0 31,-35 53 1,-17-35-32,-142 35 31,18-53-15,35 0 15,71-18-16,17 1 1,18-1 15,0 0-15,88-35 15,0 53-15</inkml:trace>
  <inkml:trace contextRef="#ctx0" brushRef="#br0" timeOffset="171811.16">22278 8026 0,'-53'35'46,"-18"53"-30,71-70-16,-35 70 31,35-70-15,0-36 78,18-17-79,-1 141 63,1-71-62,0-18-16,17-17 47,53-35-31,-17-159 15,-54 124-16,36-107 1,-35 89 15,-18 159 63,0 140-63,0-193-31,53 52 16,-36-34 0,19-19-1,-19 1 1,36-18-16,36 0 31,-54 0-15,-18 0-1,19-35 1,-19-1-16,-17 1 16,0-18 15,18 89 47,17 69-47,53-69 0,-52-36-15,52 0 15,-53 0-31,1-53 16,-19 0 0,18 0-16,-35 88 109,0-17-93,0 17-16,36 18 31,-19-35 0,1-18-15,0 0-16,52-53 15,-35 0-15</inkml:trace>
  <inkml:trace contextRef="#ctx0" brushRef="#br0" timeOffset="172313.21">23760 7973 0,'-53'35'47,"35"177"-16,18-142-15,71-17-1,-1-35 17,-35-18-17,71-35 1,-70-54-1,-19 36-15,18-229 32,18-18-1,-53 283-31,0-107 31,0 107-15,0-1 15</inkml:trace>
  <inkml:trace contextRef="#ctx0" brushRef="#br0" timeOffset="172899.12">24412 8361 0,'0'17'16,"0"-34"-16,18 140 15,0-87 1,17 52 0,-18-71 15,1-17 0,0 0-15,35-158 15,-53-1-15,0 141-1,0-123 17,-71 141-1,71 18-16,-35 17 1,0 53 0,35-70-1,-18 88 1,-17-89 0,35 1-1,0 0 16,53-18-31</inkml:trace>
  <inkml:trace contextRef="#ctx0" brushRef="#br0" timeOffset="173132.25">24765 8378 0,'71'-17'140</inkml:trace>
  <inkml:trace contextRef="#ctx0" brushRef="#br0" timeOffset="173465.34">25259 7250 0,'0'52'0,"0"-104"0,0 193 15,53 264 1,-18-34 15,-17-301 0,-1-70-31,1 0 63,141-123-32</inkml:trace>
  <inkml:trace contextRef="#ctx0" brushRef="#br0" timeOffset="173931.61">25153 7779 0,'71'-36'47,"105"36"-16,-88 0-16,18 71 1,-35 0 0,-18-18-1,88 35 17,-88-53-32,-1-17 15,-34-18 32,17-18-31,-35 0-1,18-87 1</inkml:trace>
  <inkml:trace contextRef="#ctx0" brushRef="#br0" timeOffset="174229.07">26053 7814 0,'-36'141'47,"-17"-88"-31,36 0-16,-54 35 31,71-70 0,-17-18 0,-19-141 1,36 53-32</inkml:trace>
  <inkml:trace contextRef="#ctx0" brushRef="#br0" timeOffset="174646.31">26194 7020 0,'17'71'31,"54"299"-15,-53-246-16,-1 87 31,1-87-15,-18-89-1,17-17 1,1-18 31,0 0-32,52-35 1</inkml:trace>
  <inkml:trace contextRef="#ctx0" brushRef="#br0" timeOffset="174979.62">26158 7691 0,'36'0'32,"34"0"-1,89 0 0,70 0 0,-211 0 1,0-18-32</inkml:trace>
  <inkml:trace contextRef="#ctx0" brushRef="#br0" timeOffset="178265.24">27728 7549 0,'0'0'0,"0"371"47,-17-265-32,17-18-15,0-18 16,0 19-1,0-19 1,0-52 0,17-1-1,19-17 1,17 0 0,17 0-1,1-35 16,-1-35-15</inkml:trace>
  <inkml:trace contextRef="#ctx0" brushRef="#br0" timeOffset="178611.36">27323 7955 0,'53'0'0,"-106"0"0,158 0 16,107 0 0,-124 0-1,177 0 1,-195 0 0,-34 0-16,-1 0 15,-17 0-15</inkml:trace>
  <inkml:trace contextRef="#ctx0" brushRef="#br0" timeOffset="179148.61">28152 8149 0,'35'0'15,"-70"0"-15,88 0 0,0-17 47,-53-1-47,0 0 16,0 1-16,0-36 31,0 35 0,-36 18-15,19 0-16,-72 18 16,72-1-1,-19 19-15,36-1 16,-17 53-1,17-35-15,0-35 16,0 52 15,17-35-31,-17-17 0,71-18 32,70 0-17,-88 0 1,-18 0-1,18-35 1,-53-18 0</inkml:trace>
  <inkml:trace contextRef="#ctx0" brushRef="#br0" timeOffset="179837.65">28504 8114 0,'0'70'15,"0"-140"-15,0 193 0,18-70 0,-18 0 16,35 0-16,-17-35 16,0-1 15,-18-34 16,0-195-16,0 194-31,0-17 16,53 35 30,-36 35-30,-17 36 0,35 35 15,-35-89-31,18-52 78,35-71-47,0 106 1,0 71-1,0-18-16,-36-18 1,-17-176 62,0 53-78</inkml:trace>
  <inkml:trace contextRef="#ctx0" brushRef="#br0" timeOffset="180530.55">28998 8061 0,'0'0'16,"18"35"-16,0 124 16,-18-88-16,17 17 15,19 35 1,-1 1 15,-35-107 32,-35-34-48,17-89 1,-17-71-1,-1 89-15,36 35 16,0-52 0,0 16-1,0 36 1,18 36 0,0-18-16,-1 17 15,1 18-15,35 0 47,35 53-31,-70-18-1,35 141 17,-36-105-1,-17-53 0,-35-18-15,-18 0 15,35-18-15,18 0 46</inkml:trace>
  <inkml:trace contextRef="#ctx0" brushRef="#br0" timeOffset="180793.42">29722 8220 0,'17'-106'140</inkml:trace>
  <inkml:trace contextRef="#ctx0" brushRef="#br0" timeOffset="181178.42">29880 7161 0,'18'89'0,"-36"-178"0,36 619 31,-18-354-31,70 71 16,-17-71 0,-53-123 15,18-53 0,35-17 0,17-177 1,-34 141-32</inkml:trace>
  <inkml:trace contextRef="#ctx0" brushRef="#br0" timeOffset="181880.57">29580 7620 0,'36'0'15,"-72"0"-15,301 0 32,-194 0-32,17 0 15,-18 0 1,89 71 0,-106-36-1,53 141 1,-36-52-1,-52-89 1,70 88 0,-88-105-1,18-36 63,17-158-62,-35 106-16,18 17 31,-18 176 32,-71 1-48,36-54 1,0 18 0,17-70 15,18-124 31,35-17-62</inkml:trace>
  <inkml:trace contextRef="#ctx0" brushRef="#br0" timeOffset="182285.5">30956 7285 0,'18'88'0,"-36"-176"0,106 476 16,-17-18 15,-53-281-15,-18-37-16,0 19 0,35 17 46,-17-88-30,34 0 15,1 0-15,-35 0-16,70-17 31,-70-1-15,-18-17 31</inkml:trace>
  <inkml:trace contextRef="#ctx0" brushRef="#br0" timeOffset="182585.13">30462 7655 0,'0'0'31,"71"36"-31,-18-1 16,-18-35-1,106 17 1,-88-17 0,88 0-1,-105-17 1,16-36 0,-52 35-1</inkml:trace>
  <inkml:trace contextRef="#ctx0" brushRef="#br0" timeOffset="188074.25">28628 7691 0,'35'-53'391,"18"-36"-376,0-87 17,-53 88-17,35-18 1,-35 35-16,0-105 31,0 70-15,0 53-16,0 18 15,0-106 1,-35 0 15,-36 0 1,71 123-32,-105-105 31,52 34-16,-177-52 1,-105 18 15,-176-71 1,423 176-32,-36 1 15,-246-54 1,246 53-16,-317 18 31,106 0 0,159 0-31,-1 0 0,-140 0 32,140 0-32,-264 141 31,-299 212 0,634-282-31,-265 211 31,-87 106 1,405-335-32,-159 212 31,71-89-16,123-88-15,-176 194 32,159-211-17,35-36-15,-35 53 32,17-70-32,18 17 31,0-17 16,-17 0 46,-1-36-61,0-53-17,1-34 1,17 16 0,-36 19-16</inkml:trace>
  <inkml:trace contextRef="#ctx0" brushRef="#br0" timeOffset="188866.63">22154 7020 0,'36'71'78,"-36"17"-62,0 141-1,0-176 1,0 71 15,0-89-15,0 36-1,0-36 17,0-18-17,158-122 79,-122 52-78,122 0-1,-87 18 1,-18 35-16,141-53 15,-123 53 1,123-36 15,-124 19-31,89-1 16,-18 18 0,-88 0 15,-53-18 78,18-35-78</inkml:trace>
  <inkml:trace contextRef="#ctx0" brushRef="#br0" timeOffset="194600.47">4057 16210 0,'0'-18'78,"35"18"-62,18 0-16,212 0 31,-159 0-31,70 0 15,159 53 1,0-35 0,106 0 15,-406-18 0</inkml:trace>
  <inkml:trace contextRef="#ctx0" brushRef="#br0" timeOffset="200786.57">2364 9878 0,'0'-18'31,"17"142"-15,1-36 0,-18 247 15,0-212-31,0 265 16,0-246-1,0 246 16,-53-247-31,-18 106 16,1-106 0,-18-18-1,52-52 1,19-71 78,-1-18-79,18-35 1,35 53 46,159 494-30,-158-353-32,87 494 31,-105-458-31,70 369 31,-53-87-15,18-159-1,-18-35 1,-17-107 0,-18-70-16,35 71 15,-17-35 1,35 281 0,-18-334-1,-35-36-15,18 36 16,0 70 15,-18-18-15,17-105-16,-17 35 0,0 0 15,18 17 1,-18 1 15,0-53-31,0 35 31,0-36-15,-18 1 0,1-18 202,17-88-186,17 70-17</inkml:trace>
</inkml:ink>
</file>

<file path=ppt/ink/ink6.xml><?xml version="1.0" encoding="utf-8"?>
<inkml:ink xmlns:inkml="http://www.w3.org/2003/InkML">
  <inkml:definitions>
    <inkml:context xml:id="ctx0">
      <inkml:inkSource xml:id="inkSrc0">
        <inkml:traceFormat>
          <inkml:channel name="X" type="integer" max="5760" units="cm"/>
          <inkml:channel name="Y" type="integer" max="2160" units="cm"/>
          <inkml:channel name="T" type="integer" max="2.14748E9" units="dev"/>
        </inkml:traceFormat>
        <inkml:channelProperties>
          <inkml:channelProperty channel="X" name="resolution" value="167.44186" units="1/cm"/>
          <inkml:channelProperty channel="Y" name="resolution" value="111.34021" units="1/cm"/>
          <inkml:channelProperty channel="T" name="resolution" value="1" units="1/dev"/>
        </inkml:channelProperties>
      </inkml:inkSource>
      <inkml:timestamp xml:id="ts0" timeString="2025-11-14T16:39:16.410"/>
    </inkml:context>
    <inkml:brush xml:id="br0">
      <inkml:brushProperty name="width" value="0.05292" units="cm"/>
      <inkml:brushProperty name="height" value="0.05292" units="cm"/>
      <inkml:brushProperty name="color" value="#FF0000"/>
    </inkml:brush>
  </inkml:definitions>
  <inkml:trace contextRef="#ctx0" brushRef="#br0">8784 6385 0,'53'0'79,"0"0"-64,300-70 1,-177-1-1,-17 54 1,423-36 0,-159 17-1,-35 36 1,-70 0 0,17-35-1,-247 35 1,283-18-1,-336 18-15,88-17 32,-87 17-17</inkml:trace>
  <inkml:trace contextRef="#ctx0" brushRef="#br0" timeOffset="5626.78">12718 6262 0,'17'0'31,"1"0"-15,17 0-1,18 0 1,18 0 0,17 0-1,0-18-15,159 18 31,194 0-15,-318 0 0,71 0-16,106-17 15,-141 17 1,-35 0-16,105 0 16,-141 0-1,0 0-15,-35 0 0,35 0 16,106 0 15,-141-36-31,18 36 16,17 0-1,-17 0-15,-1 0 32,89 0-17,-106 0-15,-36 0 16,36 0-1,-35 0 204,17 0-188,1 0-15,-19 0 0,1 0 31</inkml:trace>
  <inkml:trace contextRef="#ctx0" brushRef="#br0" timeOffset="10969.25">16863 6209 0,'17'0'47,"72"0"-16,87 0-15,-88 0-1,124 0 1,299 0 15,-246 0-15,-18-35-1,-71 35 1,389 0 15,-442 0-31,-35 0 16,248 0 15,-301 0-31,53 0 0,53 0 31,-35 0-15,-88 0-16,-1 0 16</inkml:trace>
  <inkml:trace contextRef="#ctx0" brushRef="#br0" timeOffset="17279.4">14235 8008 0,'35'0'94,"18"0"-78,0 0-1,17 0 1,18 0 0,36 0-1,52 0 1,-70 0 15,212 0 0,-230 0-31,141 0 32,-176 0-32,106 0 15,0 0 1,-107 0-16,72 0 31,52-18-15,-17-17 15,-35 18-15,-107 17-16,142 0 31,-141 0-15,17 0 15,-17 0-31,17 0 47,-18 0-32,1-18 17,53 18 30,-1 0-46,-35 0-1,-17 0 1,35 0-16,-35 0 31,-1 0-15,1 0 15,0 0-15</inkml:trace>
  <inkml:trace contextRef="#ctx0" brushRef="#br0" timeOffset="20353.37">13723 10195 0,'0'0'0,"71"0"16,334 0 15,266 0-15,-407 0-16,1 0 15,-1 0 1,354 0 0,-530 0-1,53 0 1</inkml:trace>
  <inkml:trace contextRef="#ctx0" brushRef="#br0" timeOffset="22251.17">13406 10372 0,'0'35'31,"0"159"-16,0 159 1,0-159 0,0 53-16,0 211 15,0-193-15,0-36 16,0-17 0,123 687 15,-35-299-16,-88-459 1,0 159 0,-17 423 15,17-493-15,0-142-1,0 159 1,0-124-1,-18-70 1,18-35-16,-18 17 16,-35 0 15,36-35 31,105-17 1,106-36-47,-53 18-1,247-18 1,-123 35-16,-1-53 15,724-17 1,-688 71-16,635 17 31,-671 0-15,-34 0-16,440 123 47,-247-17-16,-370-88-15,0-18 15,-35 0-15,-36-159 15,0 18-16,18 53 1,0-248 0,0 213-1,-35-371 1,35 282 0,0-52-16,0-230 31,0-265-16,0 530 1,0-512 0,0 477-16,35-354 31,-35 442-15,18 17-16,0-176 15,-18 247 1,0 17-1,0 18-15,0-35 16,0 71 0,0-19-1,0 54 79,-177 0-63,54-18-31,-18 0 16,-335 0 0,352 0-1,-458 0 16,459 0-31,-124 0 32,88 17-17,71 1 1,35-18-16,-88 17 31,105-17-31,-17 36 31</inkml:trace>
  <inkml:trace contextRef="#ctx0" brushRef="#br0" timeOffset="24106.79">13882 10918 0,'70'0'94,"36"-17"-79,-35-1 1,-18 1-16,-18 17 15,53-18 1,-70 18 47,17 0-17,53-18 33,-70 1-64,88-54 1,-53 36-1,-18 35 32,53 88-15,-17-35-17,87-53 1,-34 0-1,264 0 1,-176-71 0,-71 36-1,-71 17 1,-34 18 93,69 0-93,-52 0-16,124 0 31,-1 18-15,-105 0-1,-54-18 17,1 0-17,35 35-15,123 0 16,-52-17 0,387 52 15,-405-34-16,-71-36 48,159 0-32,-88 0-31,282 0 31,-211 0-15,-160 0 78,36-18-79,-18 0 1,-17 18 0,0-17 15</inkml:trace>
  <inkml:trace contextRef="#ctx0" brushRef="#br0" timeOffset="25187.05">12753 10654 0,'0'35'31,"18"71"-15,34-71 15,-34-17-15,35-18-1,-35 0 1,52 0 0,-70-35-1,0-106 16,0 88-15,0 35 15,0 0-15,-17-17 15,-36 35-15,-53 0-1,35 0 1,36 18 0,17-1-1,1 19 1,17-1 0,-18-17-1,18-1 1,0 18-1</inkml:trace>
  <inkml:trace contextRef="#ctx0" brushRef="#br0" timeOffset="25826.62">12629 11606 0,'0'0'0,"18"0"31,53 0 16,-18-123-31,-18 70-1,18-53 1,-36 89-1,1-1 1,0 36 31,-18-1-31,0 177-1,0 18 1,35-159-1,-35 17 1,18-34-16,-18-19 16,0-34 62,-18-19-78</inkml:trace>
  <inkml:trace contextRef="#ctx0" brushRef="#br0" timeOffset="27127.87">13811 11695 0,'-35'17'16,"70"-34"-16,-17 34 62,123-17-46,-18 0-1,-34 0-15,158-17 16,-18 17 15,-176 0 63,158 53-78,-87-36-1,17-17-15,-17 18 0,34 35 16,-87-53-16,-1 17 16,-34-17-1,-1 0 32,141 0-31,1 0-1,387 0 17,-387 0-32,264 0 15,-353 0 1,-35 0-1,-18 0 1,-17 0 47,34 0-48,-34 0-15,35 0 16,-35-17-1,17 17-15,71-53 16,-53 35 0,0-17-16,35 17 15,-88 1 1,35 17-16,-17 0 16,17 0-1,-17 0 16,70 0 1,-35 0-17,-36 0 1,19 17 0,-19 1-1,-34-18 63,-54 0-62</inkml:trace>
  <inkml:trace contextRef="#ctx0" brushRef="#br0" timeOffset="29520.51">15381 8114 0,'0'-18'94,"0"54"-16,0 599-47,0-494-15,-18 282-1,1-158 1,-1-1 15,18-140-15,0-89-1,0-17 1,-17-1 46,-1-17-46,0-17 31,-17-19-31</inkml:trace>
  <inkml:trace contextRef="#ctx0" brushRef="#br0" timeOffset="30263.6">15099 9737 0,'35'35'47,"18"88"-31,18 71 15,-36-105-15,-17-72-16,52-123 125,18 1-110,1 16-15,69-16 32,-34 52-17,-89 35 1,-17 18 78,-1 0-63,1 0 94,-18 35-125</inkml:trace>
  <inkml:trace contextRef="#ctx0" brushRef="#br0" timeOffset="31094.12">15275 9913 0,'0'-18'63,"0"71"-32,0 53-15,0 71-1,0 52 17,-17-176-32,-1-18 15,18 89 16,0-89-31,0-18 32,0-34 30,-35-124-46,17 70-1,0 36-15,-17-36 16,-18-35 0</inkml:trace>
  <inkml:trace contextRef="#ctx0" brushRef="#br0" timeOffset="31886.85">14993 9701 0,'0'-17'31,"18"17"-15,35 176-1,52 53 1,-34-158 0,0 247-1,-19-72 17,-16-210-17,-19-1 1,-17-17-1,0-1 1,53-87 62,-53 34-62,18-34-16,70-212 31,-53 211-31,142-246 47,-36 34-16,-53 142 0,-53 53-15,1 53 15</inkml:trace>
  <inkml:trace contextRef="#ctx0" brushRef="#br0" timeOffset="33826.08">17657 10971 0,'0'0'16,"141"0"-16,229 0 31,-123 0-15,-176 0 15,-54 0-15,-17-17 1265,0-1-1281</inkml:trace>
  <inkml:trace contextRef="#ctx0" brushRef="#br0" timeOffset="35695.31">18150 7549 0</inkml:trace>
  <inkml:trace contextRef="#ctx0" brushRef="#br0" timeOffset="36809.54">19491 7743 0,'0'0'0,"53"18"78,282 247-47,-212-159-31,19-36 16,316 318-1,-352-247 1,353 336-1,-354-354 1,195 424 0,-194-388-1,18 334 1,-107-228 0,-17-89-1,0 160 1,-35-231-1,-36 19-15,-105 123 32,-106 17-17,141-175-15,-424 175 32,424-211-17,-423 88 1,140-17-1,283-107-15,-17 1 16,-54 52 0,141-70-16,18 0 15,-17 18 1,70-71 140,0-53-140,0 53-16</inkml:trace>
  <inkml:trace contextRef="#ctx0" brushRef="#br0" timeOffset="37359.18">18803 12400 0,'0'0'0,"18"35"32,-18 36-17,0-18 1,0 0-16,0 0 16,-53 35-1,17-35-15,-16 0 31,52-36 16,0 1-31,105-18 0,-34 0 15,0 0-31,-54 0 0,54 0 15,-1 18 1,-34-1 0,-19-17-16,1 18 15,-1 0 17,-34 17 14,-142-35-30,71 0 0,-230 0-1</inkml:trace>
  <inkml:trace contextRef="#ctx0" brushRef="#br0" timeOffset="40452.56">13847 12912 0,'0'0'0,"70"35"32,-52 88-17,52-17 16,-70-88-15,53-18 31,-35-18-31,35-140-1,-36 69 1,1 19-16,35-1 31,-35 54-15,-18-1 31,70 106-16,-17-17-16,-35-36 1,17-17 0,-17-18-1,17 0 1,18 35 0,-18-35-1,0-53 1,1 18-1,-1 17-15,-17-17 16,-1-1 15,18 36 1,1 0-17,17 106 1,-36-70-16,19-1 31,-19-17-15,1-36 15,-18-17-15,35-89 15,-35 54-31,71-19 15,-18 89 48,17 53-47,-52 18-1,35-18 1,-36-36-16,-17 1 31,36-18-15,-19 0-16,1 0 15,17 0 1,-17-35 0,52-71-1,-17 53 16,-35 53-31,35 0 32,70 88-1,-87-17-31,-19-54 16,19 36 15,-19-53-31,18 18 31,1-18-15,-19 0-16,72-18 31,-37-35-15,37-70 30,-36 123-30,-36 0 0,18 0-16,-17 0 0,0 0 15,35 18 1,-36 52-16,72 71 31,-37-70-15,-34-71-1,0 0 17,35-35-1,-53-18-15,17 17-1,19-17-15,16 0 31,-34 36-31,0 17 32,88 70-1,-71 1-15,35 35-1,-52-89-15,-18 1 31,18 0-15,52-36 15,-52-17-15,0 17-16,-1-35 0,36-17 31,-35 52-15,-1 18 15,1 0-15,0 0-1,17 53 1,0 70 0,-17-87-1,17-1 1,0-53 46,1-52-46,34-36 15,18 53-31,-70 53 31,0 0-15,-1 0 0,36 71-1,-35-54-15,17 36 16,-17-35 0,-1-1 15,36-140 63,0 17-63,-35 88-31,70 36 62,0 159-30,-52-142-17,-36-53 110</inkml:trace>
  <inkml:trace contextRef="#ctx0" brushRef="#br0" timeOffset="44430.28">21661 7761 0,'17'0'109,"89"0"-93,194 0 15,141 0-15,-265 0-1,265 106 1,-335-53-1,123 106 1,-140-71 15,-37-176 110,195-53-125,159 70 15,-71 71-16,-247 0 1,-264 35 78</inkml:trace>
  <inkml:trace contextRef="#ctx0" brushRef="#br0" timeOffset="46111.31">24024 8132 0,'0'52'172,"0"-34"-156,0 53-1,0 140 1,0 36 0,35 106-1,-17 0 1,53 70 0,-54-246-16,36 69 15,-18-69 1,71 70-16,-35 106 15,17-124 1,-35-17-16,-18-36 0,1 0 16,-19-17-16,36 17 15,-35 195 1,-18-230 0,0-53-1,-36 318 16,19-318-31,-71 124 16,-1-89 0,37-17-16,-143 159 31,-122 87 0,246-316-31,-317 105 31,71-106-15,52-35 0,-70 0-1,-353-53 17,547 18-17,-247-71 1,-18 0 31,159 89-32,177-1-15,-124 0 32,-71 1-1,142-1-16,-1-35 1,-34 35 0,69-17-1,36 35 1,-88-35 0,88 35-1,1-18-15,34 18 16,-35-17-1,35 17 1,1 0 47,-36 0-48,0 0 1,-106 0-1,36 35 17,-1-35-1,71 0-15,36 0 109,-1-71-94,0 36-16,1-18 1,17 36 0,0-19-1</inkml:trace>
  <inkml:trace contextRef="#ctx0" brushRef="#br0" timeOffset="46818.25">19015 13529 0,'0'0'16,"0"18"46,-53 70-46,-53-53 0,-141 124 15,194-124-16,-70 36 1,105-36 0,18-17-1,0 35 1,0 17 15,0-35-31,18 18 16,17-35-16,124 88 31,-89-36-15,-17-34-1,18-1 1,-54-17 0,-52-1 93,-177-52-78,107 17-31,-178-88 31</inkml:trace>
  <inkml:trace contextRef="#ctx0" brushRef="#br0" timeOffset="49575.59">14023 14076 0,'0'-18'46,"18"18"-30,17 0 0,-18 124-1,1-107 1,17 19 0,18-36 62,-35-36-78,0-17 0,70-70 31,-35 88-15,-53 17 15,35 18 0,0 88-15,-35-53-1,18 36 17,0-71-17,-1 0 1,1 0-16,-1 0 15,1 0 1,88-53 0,-18 18-1,-53 17-15,89 1 32,-89 17-1,-17 0-31,-1 0 15,36 105 1,-35-34 0,35 0-1,-35-71 17,193-18-1,-158-35-16,35-35 1,18 52 0,-88 36-1,-1 0-15,1 0 16,17 18 15,1 17-15,-36 1-1,53 34 1,17-70 15,1 0-15,-18 0-16,-18 0 16,71-35-1,-71-18-15,124-53 16,-124 106-1,-17 0-15,35 0 32,-1 53-1,1 53-15,0-53-1,-35-35 1,17-1-16,71-17 31,0 0-15,17-106 15,-70 71-15,-35 17-1,35 18 1,-36 0-1,36 0 17,71 53-1,-36-53-15,-70 0-1,52 0-15,18 0 31,-52 0-31,52-70 32,-53 17-32,36 0 31,-36 53 0,-17 0-15,-1 0-16,19 0 15,-19 0 1,36 53 0,-35-18-1,88 0 1,-89-35 0,19 0-1,34 0 1,-17 0 15,-35-53-15,-18 36-16,0-18 31,0 17-15,0 0-1,0-17 1,17 35-1,1 0-15</inkml:trace>
  <inkml:trace contextRef="#ctx0" brushRef="#br0" timeOffset="58526.92">7091 9402 0,'17'0'94,"107"-36"-78,-36 19-16,177-1 15,70 0 1,-159-35 0,300 1-1,-317 52 1,106 0-1,-195 0 1,36 0 0,-70 0-1,16 0 1,-34 0 0,0 0-1,17 0 16</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5T23:40:37.390"/>
    </inkml:context>
    <inkml:brush xml:id="br0">
      <inkml:brushProperty name="width" value="0.05" units="cm"/>
      <inkml:brushProperty name="height" value="0.05" units="cm"/>
      <inkml:brushProperty name="color" value="#FF0066"/>
    </inkml:brush>
  </inkml:definitions>
  <inkml:trace contextRef="#ctx0" brushRef="#br0">0 1 24575,'0'0'-8191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5T23:40:37.390"/>
    </inkml:context>
    <inkml:brush xml:id="br0">
      <inkml:brushProperty name="width" value="0.05" units="cm"/>
      <inkml:brushProperty name="height" value="0.05" units="cm"/>
      <inkml:brushProperty name="color" value="#FF0066"/>
    </inkml:brush>
  </inkml:definitions>
  <inkml:trace contextRef="#ctx0" brushRef="#br0">0 1 24575,'0'0'-8191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6T00:23:13.263"/>
    </inkml:context>
    <inkml:brush xml:id="br0">
      <inkml:brushProperty name="width" value="0.05" units="cm"/>
      <inkml:brushProperty name="height" value="0.05" units="cm"/>
      <inkml:brushProperty name="color" value="#FF0066"/>
    </inkml:brush>
  </inkml:definitions>
  <inkml:trace contextRef="#ctx0" brushRef="#br0">0 61 24575,'68'-3'0,"105"-19"0,-23 2 0,639 4 0,-503 19 0,5903-3-1365,-6151 0-5461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6T00:23:17.408"/>
    </inkml:context>
    <inkml:brush xml:id="br0">
      <inkml:brushProperty name="width" value="0.05" units="cm"/>
      <inkml:brushProperty name="height" value="0.05" units="cm"/>
      <inkml:brushProperty name="color" value="#FF0066"/>
    </inkml:brush>
  </inkml:definitions>
  <inkml:trace contextRef="#ctx0" brushRef="#br0">372 1 24575,'-1'6'0,"0"1"0,0-1 0,0 1 0,-1-1 0,0 0 0,0 1 0,0-1 0,-5 7 0,-29 49 0,19-36 0,12-17 0,-5 10 0,-1-1 0,0 0 0,-1-1 0,-1 0 0,-1-1 0,0-1 0,-30 26 0,10-16 0,21-13 0,-1-2 0,-1 0 0,0 0 0,-17 7 0,29-16 0,0 0 0,0 0 0,0 1 0,1-1 0,-1 1 0,0 0 0,1 0 0,-1 0 0,1 0 0,0 0 0,-1 0 0,1 1 0,0-1 0,0 1 0,-2 3 0,4-5 0,0 0 0,0 0 0,0 0 0,-1-1 0,1 1 0,0 0 0,0 0 0,0 0 0,0 0 0,0 0 0,1 0 0,-1 0 0,0 0 0,0 0 0,1 0 0,-1-1 0,0 1 0,1 0 0,-1 0 0,2 1 0,-1 0 0,1 0 0,0 0 0,0 0 0,1 0 0,-1-1 0,0 1 0,0 0 0,1-1 0,4 2 0,160 57 0,-52-21 0,2 3 20,80 33-1405,-161-57-5441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6T00:23:23.492"/>
    </inkml:context>
    <inkml:brush xml:id="br0">
      <inkml:brushProperty name="width" value="0.05" units="cm"/>
      <inkml:brushProperty name="height" value="0.05" units="cm"/>
      <inkml:brushProperty name="color" value="#FF0066"/>
    </inkml:brush>
  </inkml:definitions>
  <inkml:trace contextRef="#ctx0" brushRef="#br0">7791 1 24575,'-117'1'0,"-157"20"0,251-17 0,-464 88 0,-21 69 0,125 0 0,194-76 0,20-7 0,-240 153 0,-257 150 0,292-172 0,88-63 0,4-3 0,-330 166 0,542-283 0,-1-4 0,-1-2 0,-1-3 0,-95 8 0,-4 8 0,-6 0 0,-630 20 0,512-41 0,-158 3 0,-166-16-1365,590 1-5461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6T00:23:26.572"/>
    </inkml:context>
    <inkml:brush xml:id="br0">
      <inkml:brushProperty name="width" value="0.05" units="cm"/>
      <inkml:brushProperty name="height" value="0.05" units="cm"/>
      <inkml:brushProperty name="color" value="#FF0066"/>
    </inkml:brush>
  </inkml:definitions>
  <inkml:trace contextRef="#ctx0" brushRef="#br0">729 0 24575,'-11'1'0,"0"1"0,1 0 0,-1 0 0,1 1 0,-1 0 0,-10 6 0,0-2 0,-188 84 0,112-45 0,-61 32 0,138-66 0,0 0 0,1 2 0,1 0 0,0 0 0,-24 28 0,40-40 0,0 0 0,0 1 0,0 0 0,0-1 0,0 1 0,1 0 0,-1 0 0,1 0 0,0 0 0,0 0 0,0 0 0,1 0 0,-1 0 0,0 0 0,1 0 0,0 0 0,0 1 0,0-1 0,0 0 0,1 0 0,-1 0 0,1 0 0,0 0 0,0 1 0,0-1 0,0-1 0,0 1 0,1 0 0,-1 0 0,1 0 0,0-1 0,-1 1 0,2-1 0,3 5 0,7 6 0,0-1 0,2 0 0,-1-1 0,29 17 0,-32-22 0,21 15 0,88 51 0,-100-60 42,-1 0-1,27 23 0,-28-20-537,1-1-1,24 14 1,-23-19-6330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6T00:27:03.125"/>
    </inkml:context>
    <inkml:brush xml:id="br0">
      <inkml:brushProperty name="width" value="0.05" units="cm"/>
      <inkml:brushProperty name="height" value="0.05" units="cm"/>
      <inkml:brushProperty name="color" value="#FF0066"/>
    </inkml:brush>
  </inkml:definitions>
  <inkml:trace contextRef="#ctx0" brushRef="#br0">410 90 24575,'0'-3'0,"0"1"0,-1-1 0,1 0 0,0 1 0,-1-1 0,0 0 0,0 1 0,0-1 0,0 1 0,0-1 0,0 1 0,-1 0 0,1-1 0,-1 1 0,1 0 0,-1 0 0,-3-2 0,1 0 0,-1 0 0,1 1 0,-1 0 0,0 0 0,-1 0 0,1 1 0,-10-4 0,0 2 0,0 1 0,0 0 0,0 0 0,-1 2 0,-21 0 0,29 1 0,0 0 0,0 0 0,0 1 0,0 0 0,0 1 0,0 0 0,0 0 0,1 1 0,-1 0 0,1 0 0,0 1 0,0-1 0,0 2 0,0-1 0,0 1 0,1 0 0,0 0 0,0 1 0,1 0 0,-1 0 0,-7 12 0,3-1 0,1-1 0,0 1 0,2 0 0,0 1 0,0 0 0,-4 27 0,10-39 0,0 1 0,0 0 0,1 0 0,0 0 0,0 0 0,1 0 0,0 0 0,0 0 0,3 8 0,-3-11 0,1 0 0,0 0 0,0 0 0,0 0 0,1 0 0,-1 0 0,1 0 0,0-1 0,0 1 0,0-1 0,1 0 0,-1 0 0,1 0 0,0-1 0,4 4 0,-1-3 8,0 0-1,0 0 0,0-1 0,0 1 1,1-1-1,-1-1 0,1 0 1,11 1-1,64-4-445,-54 0-555,4 1-5833</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6T00:27:03.854"/>
    </inkml:context>
    <inkml:brush xml:id="br0">
      <inkml:brushProperty name="width" value="0.05" units="cm"/>
      <inkml:brushProperty name="height" value="0.05" units="cm"/>
      <inkml:brushProperty name="color" value="#FF0066"/>
    </inkml:brush>
  </inkml:definitions>
  <inkml:trace contextRef="#ctx0" brushRef="#br0">0 0 24575,'5'5'0,"2"7"0,-1 6 0,-1 5 0,-1 3 0,-2 3 0,-1 6 0,0 2 0,-1 0 0,-1-7-8191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6T00:26:50.991"/>
    </inkml:context>
    <inkml:brush xml:id="br0">
      <inkml:brushProperty name="width" value="0.05" units="cm"/>
      <inkml:brushProperty name="height" value="0.05" units="cm"/>
      <inkml:brushProperty name="color" value="#FF0066"/>
    </inkml:brush>
  </inkml:definitions>
  <inkml:trace contextRef="#ctx0" brushRef="#br0">87 7 24575,'-5'-5'0,"-1"3"0,0 12 0,0 20 0,3 8 0,-9 19 0,-2 14 0,1 0 0,2-7 0,5-4 0,1-13-8191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6T00:26:51.755"/>
    </inkml:context>
    <inkml:brush xml:id="br0">
      <inkml:brushProperty name="width" value="0.05" units="cm"/>
      <inkml:brushProperty name="height" value="0.05" units="cm"/>
      <inkml:brushProperty name="color" value="#FF0066"/>
    </inkml:brush>
  </inkml:definitions>
  <inkml:trace contextRef="#ctx0" brushRef="#br0">171 1 24575,'-5'5'0,"-6"7"0,-7 6 0,-5 5 0,-3 3 0,-3-2 0,4-1 0,1-4 0,15 0 0,18 1 0,18 3 0,15 2 0,4 2 0,0 1 0,-8-4-8191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6T00:26:52.200"/>
    </inkml:context>
    <inkml:brush xml:id="br0">
      <inkml:brushProperty name="width" value="0.05" units="cm"/>
      <inkml:brushProperty name="height" value="0.05" units="cm"/>
      <inkml:brushProperty name="color" value="#FF0066"/>
    </inkml:brush>
  </inkml:definitions>
  <inkml:trace contextRef="#ctx0" brushRef="#br0">1 0 24575,'5'0'0,"11"0"0,9 0 0,4 0 0,3 0 0,0 0 0,0 0 0,-5 0-8191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6T00:26:53.350"/>
    </inkml:context>
    <inkml:brush xml:id="br0">
      <inkml:brushProperty name="width" value="0.05" units="cm"/>
      <inkml:brushProperty name="height" value="0.05" units="cm"/>
      <inkml:brushProperty name="color" value="#FF0066"/>
    </inkml:brush>
  </inkml:definitions>
  <inkml:trace contextRef="#ctx0" brushRef="#br0">1 0 24575,'5'0'0,"6"0"0,7 0 0,5 0 0,4 0 0,2 0 0,1 0 0,-5 0-8191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6T00:27:05.207"/>
    </inkml:context>
    <inkml:brush xml:id="br0">
      <inkml:brushProperty name="width" value="0.05" units="cm"/>
      <inkml:brushProperty name="height" value="0.05" units="cm"/>
      <inkml:brushProperty name="color" value="#FF0066"/>
    </inkml:brush>
  </inkml:definitions>
  <inkml:trace contextRef="#ctx0" brushRef="#br0">384 3 24575,'-71'-1'0,"24"-1"0,1 3 0,-91 12 0,133-12 0,0 0 0,0 0 0,0 0 0,0 0 0,1 1 0,-1-1 0,0 1 0,1 0 0,0 0 0,-1 0 0,1 1 0,0-1 0,0 1 0,0 0 0,0-1 0,1 1 0,-1 1 0,1-1 0,0 0 0,0 1 0,-3 4 0,3-1 0,0 1 0,0-1 0,0 1 0,1-1 0,0 1 0,0 0 0,1-1 0,0 1 0,1 0 0,1 10 0,1-6 0,0 1 0,1-1 0,0 0 0,0-1 0,2 1 0,-1-1 0,1 0 0,1 0 0,0-1 0,1 0 0,0 0 0,0 0 0,1-1 0,0-1 0,1 0 0,10 8 0,5 1 0,0-1 0,1-1 0,0-1 0,1-2 0,50 17 0,-64-25-227,1 0-1,-1-1 1,1-1-1,0 0 1,17-1-1,6-3-6598</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6T00:27:06.335"/>
    </inkml:context>
    <inkml:brush xml:id="br0">
      <inkml:brushProperty name="width" value="0.05" units="cm"/>
      <inkml:brushProperty name="height" value="0.05" units="cm"/>
      <inkml:brushProperty name="color" value="#FF0066"/>
    </inkml:brush>
  </inkml:definitions>
  <inkml:trace contextRef="#ctx0" brushRef="#br0">0 182 24575,'4'-5'0,"0"-1"0,0 1 0,0-1 0,-1 0 0,0 0 0,4-10 0,4-9 0,-6 16 0,0 0 0,0 0 0,1 1 0,0 0 0,1 0 0,0 1 0,0-1 0,10-6 0,-12 10 0,0 1 0,1 0 0,-1 0 0,1 1 0,0-1 0,0 1 0,-1 1 0,1-1 0,0 1 0,1 0 0,-1 0 0,0 1 0,0 0 0,11 1 0,-14-1 0,-1 0 0,0 0 0,0 0 0,0 1 0,0-1 0,0 1 0,0-1 0,-1 1 0,1 0 0,0-1 0,0 1 0,0 0 0,0 0 0,-1 1 0,1-1 0,-1 0 0,1 0 0,-1 1 0,1-1 0,-1 1 0,0-1 0,1 1 0,-1 0 0,0 0 0,0-1 0,0 1 0,0 2 0,-1-2 0,1 1 0,-1-1 0,0 0 0,0 0 0,0 0 0,-1 1 0,1-1 0,0 0 0,-1 0 0,1 0 0,-1 1 0,0-1 0,0 0 0,0 0 0,0 0 0,0 0 0,0-1 0,-1 1 0,1 0 0,0 0 0,-1-1 0,0 1 0,1-1 0,-3 2 0,-41 25 0,37-25 0,1 1 0,0 0 0,0 0 0,0 1 0,1 0 0,-8 8 0,13-13 0,1 1 0,-1-1 0,1 1 0,-1 0 0,1-1 0,0 1 0,-1 0 0,1-1 0,0 1 0,0 0 0,-1 0 0,1-1 0,0 1 0,0 0 0,0 0 0,0-1 0,0 1 0,0 0 0,0 0 0,0-1 0,0 1 0,1 0 0,-1 0 0,0-1 0,0 1 0,1 0 0,-1-1 0,0 1 0,1 0 0,-1-1 0,0 1 0,1 0 0,-1-1 0,1 1 0,0-1 0,-1 1 0,1-1 0,-1 1 0,1-1 0,0 1 0,-1-1 0,1 0 0,0 1 0,-1-1 0,1 0 0,1 1 0,37 13 0,-35-13 0,49 14-455,2-3 0,65 6 0,-91-16-6371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6T00:27:07.520"/>
    </inkml:context>
    <inkml:brush xml:id="br0">
      <inkml:brushProperty name="width" value="0.05" units="cm"/>
      <inkml:brushProperty name="height" value="0.05" units="cm"/>
      <inkml:brushProperty name="color" value="#FF0066"/>
    </inkml:brush>
  </inkml:definitions>
  <inkml:trace contextRef="#ctx0" brushRef="#br0">331 121 24575,'0'-5'0,"0"1"0,-1-1 0,1 0 0,-1 1 0,0-1 0,0 1 0,0-1 0,0 1 0,-1 0 0,0-1 0,0 1 0,0 0 0,0 0 0,-1 0 0,0 1 0,-5-7 0,4 6 0,-1 0 0,-1 0 0,1 1 0,0 0 0,-1 0 0,0 0 0,1 0 0,-1 1 0,0 0 0,-1 0 0,-10-1 0,7 1 0,0 1 0,0-1 0,0 2 0,-1 0 0,1 0 0,0 1 0,0 0 0,0 0 0,0 1 0,0 1 0,-11 3 0,15-3 0,1-1 0,0 1 0,0 0 0,0 1 0,0-1 0,0 1 0,1 0 0,0 0 0,-1 0 0,1 1 0,1-1 0,-1 1 0,1 0 0,0 0 0,0 0 0,0 1 0,1-1 0,0 1 0,0-1 0,-2 10 0,1-1 0,1 0 0,0 0 0,1 0 0,1 0 0,0 0 0,4 26 0,-3-30 0,1-1 0,1 0 0,-1 0 0,1 0 0,1 0 0,0 0 0,0-1 0,1 1 0,0-1 0,0 0 0,7 7 0,-7-11 5,-1 0 0,1 0 0,0 0-1,0-1 1,1 0 0,-1 0 0,1 0-1,0-1 1,0 0 0,-1 0 0,1 0-1,0-1 1,1 0 0,8 0 0,12 1-258,55-4 0,-50 0-678,0 1-5895</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6T00:27:08.617"/>
    </inkml:context>
    <inkml:brush xml:id="br0">
      <inkml:brushProperty name="width" value="0.05" units="cm"/>
      <inkml:brushProperty name="height" value="0.05" units="cm"/>
      <inkml:brushProperty name="color" value="#FF0066"/>
    </inkml:brush>
  </inkml:definitions>
  <inkml:trace contextRef="#ctx0" brushRef="#br0">201 60 24575,'7'-6'0,"0"1"0,0 0 0,0 0 0,1 0 0,0 1 0,0 0 0,0 1 0,0 0 0,1 0 0,-1 0 0,15-1 0,9-1 0,57 0 0,-85 5 0,0 0 0,0 0 0,0 1 0,0-1 0,0 1 0,0 0 0,0 0 0,0 0 0,0 0 0,-1 1 0,1 0 0,-1 0 0,1 0 0,-1 0 0,1 0 0,-1 1 0,0-1 0,5 7 0,-6-7 0,0 1 0,0 0 0,-1-1 0,0 1 0,1 0 0,-1 0 0,0 0 0,-1 0 0,1 0 0,0 0 0,-1 0 0,0 0 0,0 1 0,0-1 0,0 0 0,0 0 0,0 0 0,-1 0 0,1 0 0,-1 0 0,0 0 0,0 0 0,0 0 0,-1 0 0,-1 4 0,-1-1 0,-1 0 0,1-1 0,-1 1 0,0-1 0,-1 1 0,1-2 0,-1 1 0,0-1 0,0 1 0,0-2 0,-1 1 0,1-1 0,-14 5 0,10-3 0,0-1 0,0 1 0,1 1 0,-15 11 0,24-17 0,0 1 0,-1-1 0,1 1 0,0 0 0,0-1 0,0 1 0,-1-1 0,1 1 0,0 0 0,0-1 0,0 1 0,0 0 0,0-1 0,0 1 0,0 0 0,1-1 0,-1 1 0,0 0 0,0-1 0,0 1 0,1 0 0,-1-1 0,0 1 0,0-1 0,1 1 0,-1-1 0,1 1 0,-1-1 0,1 1 0,-1-1 0,1 1 0,-1-1 0,1 1 0,-1-1 0,1 1 0,25 20 0,-20-16 0,6 5 0,-1 0 0,-1 1 0,0 0 0,0 0 0,7 14 0,-15-22 0,0 0 0,-1-1 0,1 1 0,-1 0 0,0 0 0,0 0 0,0 1 0,0-1 0,-1 0 0,1 0 0,-1 0 0,0 0 0,0 4 0,0-5 0,-1 0 0,0 0 0,1 0 0,-1 0 0,0 0 0,0 0 0,0 0 0,0 0 0,-1 0 0,1-1 0,0 1 0,-1-1 0,1 1 0,-1-1 0,1 1 0,-1-1 0,0 0 0,0 0 0,0 0 0,1 0 0,-1 0 0,-3 1 0,-7 2 0,0 0 0,-1 0 0,1-1 0,-1-1 0,0 0 0,-13-1 0,-83-2 0,68 0 0,18 1-273,0-1 0,0-2 0,0 0 0,-40-11 0,26 0-6553</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6T00:27:20.255"/>
    </inkml:context>
    <inkml:brush xml:id="br0">
      <inkml:brushProperty name="width" value="0.05" units="cm"/>
      <inkml:brushProperty name="height" value="0.05" units="cm"/>
      <inkml:brushProperty name="color" value="#FF0066"/>
    </inkml:brush>
  </inkml:definitions>
  <inkml:trace contextRef="#ctx0" brushRef="#br0">0 7 24575,'5'0'0,"7"0"0,0 5 0,5 6 0,-2 12 0,-3 6 0,-4 4 0,2-9 0,0-14 0,7-18 0,1-12 0,3-9 0,2-4 0,3 4 0,-4 7-8191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6T00:27:21.547"/>
    </inkml:context>
    <inkml:brush xml:id="br0">
      <inkml:brushProperty name="width" value="0.05" units="cm"/>
      <inkml:brushProperty name="height" value="0.05" units="cm"/>
      <inkml:brushProperty name="color" value="#FF0066"/>
    </inkml:brush>
  </inkml:definitions>
  <inkml:trace contextRef="#ctx0" brushRef="#br0">23 1 24575,'0'10'0,"0"8"0,0 6 0,0 4 0,0 7 0,0 3 0,0-1 0,-5 4 0,-1 5 0,-1-1 0,2-8-8191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6T00:27:23.045"/>
    </inkml:context>
    <inkml:brush xml:id="br0">
      <inkml:brushProperty name="width" value="0.05" units="cm"/>
      <inkml:brushProperty name="height" value="0.05" units="cm"/>
      <inkml:brushProperty name="color" value="#FF0066"/>
    </inkml:brush>
  </inkml:definitions>
  <inkml:trace contextRef="#ctx0" brushRef="#br0">0 128 24575,'5'-5'0,"7"-7"0,1-5 0,-1-6 0,1-3 0,0-3 0,-3 14 0,-3 14 0,-3 13 0,-2 8 0,-2 7 0,0 3 0,0 7 0,-1 1 0,1-5-8191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6T00:27:24.282"/>
    </inkml:context>
    <inkml:brush xml:id="br0">
      <inkml:brushProperty name="width" value="0.05" units="cm"/>
      <inkml:brushProperty name="height" value="0.05" units="cm"/>
      <inkml:brushProperty name="color" value="#FF0066"/>
    </inkml:brush>
  </inkml:definitions>
  <inkml:trace contextRef="#ctx0" brushRef="#br0">2 209 24575,'0'212'0,"0"-234"0,-1 2 0,0 0 0,2 0 0,1 1 0,0-1 0,1 1 0,1-1 0,1 1 0,8-20 0,-8 28 0,0 0 0,1 0 0,1 1 0,-1 0 0,2 0 0,-1 1 0,1 0 0,1 0 0,0 1 0,10-8 0,8-6-112,-19 15 8,0 0-1,0 1 1,0-1 0,1 2-1,0-1 1,0 1-1,1 1 1,0 0-1,-1 0 1,1 1-1,11-3 1,3 3-6722</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6T00:27:25.364"/>
    </inkml:context>
    <inkml:brush xml:id="br0">
      <inkml:brushProperty name="width" value="0.05" units="cm"/>
      <inkml:brushProperty name="height" value="0.05" units="cm"/>
      <inkml:brushProperty name="color" value="#FF0066"/>
    </inkml:brush>
  </inkml:definitions>
  <inkml:trace contextRef="#ctx0" brushRef="#br0">1 1 24575,'0'1'0,"1"0"0,-1 0 0,1 0 0,-1 1 0,1-1 0,0 0 0,-1 0 0,1 0 0,0 0 0,0 0 0,0 0 0,0-1 0,0 1 0,0 0 0,0 0 0,0-1 0,0 1 0,0 0 0,0-1 0,0 1 0,0-1 0,0 0 0,1 1 0,-1-1 0,0 0 0,3 0 0,39 7 0,-37-7 0,36 2 0,-29-2 0,0 0 0,0 1 0,0 1 0,16 3 0,-25-4 0,-1 0 0,1 1 0,-1-1 0,0 1 0,0 0 0,0-1 0,0 1 0,0 0 0,0 1 0,0-1 0,-1 1 0,1-1 0,-1 1 0,0 0 0,0 0 0,0-1 0,0 2 0,0-1 0,0 0 0,1 5 0,-1-2 0,0 0 0,-1 0 0,1 1 0,-1-1 0,-1 1 0,1-1 0,-1 1 0,0-1 0,0 1 0,-3 9 0,-1 2 0,-1 0 0,-9 22 0,7-22 0,0 1 0,-4 22 0,11-39 0,-1 0 0,1 0 0,0 0 0,0 1 0,0-1 0,0 0 0,0 0 0,0 0 0,1 0 0,-1 0 0,1 0 0,-1 0 0,1 0 0,0 0 0,0 0 0,0-1 0,0 1 0,0 0 0,0 0 0,0-1 0,1 1 0,-1-1 0,0 1 0,1-1 0,0 1 0,-1-1 0,1 0 0,0 0 0,-1 0 0,1 0 0,0 0 0,0 0 0,0 0 0,0-1 0,0 1 0,0-1 0,4 1 0,9 1 0,0 0 0,-1-1 0,1-1 0,19-2 0,-15 2 0,47-3-1365,-38 2-5461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6T00:27:26.174"/>
    </inkml:context>
    <inkml:brush xml:id="br0">
      <inkml:brushProperty name="width" value="0.05" units="cm"/>
      <inkml:brushProperty name="height" value="0.05" units="cm"/>
      <inkml:brushProperty name="color" value="#FF0066"/>
    </inkml:brush>
  </inkml:definitions>
  <inkml:trace contextRef="#ctx0" brushRef="#br0">1 211 24575,'4'0'0,"0"1"0,0-1 0,0 1 0,0 0 0,0 0 0,0 1 0,0-1 0,-1 1 0,1 0 0,-1 0 0,1 0 0,-1 0 0,1 1 0,-1-1 0,0 1 0,0 0 0,0 0 0,-1 0 0,1 0 0,2 6 0,6 7 0,-2 1 0,0 0 0,7 20 0,-2-4 0,-3-20 0,-7-23 0,-2-27 0,-2 33 0,-3-83 0,2-74 0,1 157 6,0 1 0,1-1 0,-1 0 0,1 0 0,0 1 0,0-1 0,0 1 0,1-1 0,-1 1 0,1-1 0,0 1 0,0 0 0,0 0 0,0 0 0,1 0 0,-1 0 0,1 1 0,0-1 0,3-2 0,0 2-141,-1 0 0,1 0 0,-1 1 0,1-1 0,0 1 0,0 1 0,0-1 0,0 1 0,1 0 0,10 0 0,9 1-6691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6T00:27:27.435"/>
    </inkml:context>
    <inkml:brush xml:id="br0">
      <inkml:brushProperty name="width" value="0.05" units="cm"/>
      <inkml:brushProperty name="height" value="0.05" units="cm"/>
      <inkml:brushProperty name="color" value="#FF0066"/>
    </inkml:brush>
  </inkml:definitions>
  <inkml:trace contextRef="#ctx0" brushRef="#br0">0 1 24575,'0'1'0,"1"0"0,-1 0 0,0 0 0,0-1 0,1 1 0,-1 0 0,0 0 0,1 0 0,-1 0 0,1-1 0,-1 1 0,1 0 0,0-1 0,-1 1 0,1 0 0,-1-1 0,1 1 0,0 0 0,0-1 0,-1 1 0,1-1 0,0 0 0,0 1 0,0-1 0,0 0 0,1 1 0,31 6 0,-19-4 0,-7-2 0,0 2 0,0-1 0,0 1 0,-1 0 0,1 0 0,-1 0 0,0 1 0,0 0 0,0 0 0,0 1 0,-1 0 0,0 0 0,0 0 0,0 1 0,0-1 0,5 11 0,1 5 0,-1 0 0,0 1 0,10 41 0,-10-32 0,-4-16 0,1 0 0,1 0 0,1-1 0,0 0 0,0-1 0,1 0 0,13 12 0,-12-14 0,-1 1 0,-1-1 0,0 1 0,-1 1 0,0 0 0,0 0 0,-2 1 0,8 20 0,-13-32 0,-1-1 0,1 1 0,-1 0 0,0 1 0,0-1 0,0 0 0,0 0 0,0 0 0,0 0 0,0 0 0,-1 0 0,1 0 0,-1 0 0,1 0 0,-1-1 0,0 1 0,0 0 0,0 0 0,0 0 0,0-1 0,0 1 0,0 0 0,-1-1 0,1 1 0,-1-1 0,1 0 0,-1 1 0,1-1 0,-1 0 0,0 0 0,1 0 0,-1 0 0,0 0 0,0 0 0,0-1 0,0 1 0,-2 0 0,-9 2 0,0 0 0,0-1 0,1-1 0,-22 0 0,28-1 0,-9 1-227,1-2-1,0 0 1,-1-1-1,1 0 1,-20-7-1,10 1-6598</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0T02:36:34.889"/>
    </inkml:context>
    <inkml:brush xml:id="br0">
      <inkml:brushProperty name="width" value="0.05" units="cm"/>
      <inkml:brushProperty name="height" value="0.05" units="cm"/>
      <inkml:brushProperty name="color" value="#FF0066"/>
    </inkml:brush>
  </inkml:definitions>
  <inkml:trace contextRef="#ctx0" brushRef="#br0">2446 0 24575,'0'587'0,"-2"-570"0,0 0 0,-1 1 0,-1-1 0,0 0 0,-1-1 0,-1 1 0,-1-1 0,0 0 0,-1-1 0,-1 1 0,0-2 0,-21 26 0,24-33 0,-1 0 0,0 0 0,-1 0 0,0-1 0,1 0 0,-2-1 0,1 0 0,-1 0 0,0-1 0,0 0 0,0 0 0,0-1 0,-1 0 0,1-1 0,-16 2 0,-13 0 0,-1-1 0,-63-5 0,52 1 0,-152-2 0,-545-24 0,-91-2 0,816 29 0,6 1 0,0-1 0,0 0 0,-29-6 0,42 5 0,-1 1 0,1-1 0,0 0 0,0 0 0,0 0 0,0-1 0,0 1 0,0-1 0,0 1 0,1-1 0,-1 0 0,0 0 0,1 0 0,0-1 0,-1 1 0,1-1 0,0 1 0,0-1 0,1 0 0,-1 1 0,0-1 0,1 0 0,0 0 0,-2-5 0,0-12 0,0 1 0,2-1 0,0 0 0,2 0 0,0 1 0,1-1 0,5-24 0,-3 32-195,0 1 0,0-1 0,1 1 0,0 0 0,1 1 0,8-12 0,2-2-6631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0T02:36:36.100"/>
    </inkml:context>
    <inkml:brush xml:id="br0">
      <inkml:brushProperty name="width" value="0.05" units="cm"/>
      <inkml:brushProperty name="height" value="0.05" units="cm"/>
      <inkml:brushProperty name="color" value="#FF0066"/>
    </inkml:brush>
  </inkml:definitions>
  <inkml:trace contextRef="#ctx0" brushRef="#br0">1 252 24575,'18'-16'0,"0"1"0,2 1 0,26-15 0,4-3 0,-11 6 0,1 1 0,45-20 0,-64 36 0,0 1 0,0 0 0,1 2 0,0 0 0,1 1 0,31-2 0,-49 7 7,1 0-1,0 0 0,0 0 0,0 1 1,0 0-1,-1 0 0,1 1 1,0-1-1,-1 1 0,1 0 1,-1 1-1,0-1 0,0 1 0,0 0 1,0 0-1,0 1 0,-1 0 1,8 7-1,0 3-303,-1 0 0,-1 0 0,-1 1 0,15 30 0,-7-11-6529</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0T02:36:58.582"/>
    </inkml:context>
    <inkml:brush xml:id="br0">
      <inkml:brushProperty name="width" value="0.05" units="cm"/>
      <inkml:brushProperty name="height" value="0.05" units="cm"/>
      <inkml:brushProperty name="color" value="#FF0066"/>
    </inkml:brush>
  </inkml:definitions>
  <inkml:trace contextRef="#ctx0" brushRef="#br0">0 1 24575,'95'0'0,"109"1"0,-198-1 0,0 1 0,1 0 0,-1 0 0,0 0 0,0 0 0,0 1 0,0 0 0,0 1 0,0-1 0,0 1 0,-1 0 0,1 1 0,-1-1 0,0 1 0,9 8 0,-9-6 0,-1 0 0,0 0 0,1 0 0,-2 1 0,1 0 0,-1 0 0,0 0 0,-1 0 0,1 0 0,-1 0 0,-1 1 0,2 14 0,0 30 0,-7 97 0,0-35 0,1-92 0,0 0 0,-1-1 0,-1 1 0,0-1 0,-2 1 0,-10 19 0,-12 44 0,19-54 0,2 1 0,1-1 0,2 2 0,0-1 0,3 0 0,1 45 0,2-69 0,0 0 0,1-1 0,0 1 0,1 0 0,-1-1 0,1 1 0,1-1 0,0 0 0,0 0 0,0 0 0,0-1 0,1 1 0,1-1 0,-1 0 0,1 0 0,0-1 0,0 0 0,0 0 0,14 8 0,7 2 0,1-2 0,1 0 0,51 14 0,-64-21 0,-5-3 0,0-1 0,1 0 0,-1 0 0,0-1 0,0 0 0,13-2 0,-22 1 0,0 0 0,-1 1 0,0-1 0,0 0 0,0 0 0,1 1 0,-1-1 0,0 1 0,0-1 0,0 1 0,0 0 0,0-1 0,0 1 0,0 0 0,0 0 0,0 0 0,0-1 0,0 1 0,-1 0 0,1 0 0,0 0 0,0 0 0,-1 1 0,1-1 0,-1 0 0,1 0 0,-1 0 0,0 0 0,1 1 0,-1-1 0,0 0 0,0 0 0,0 0 0,0 3 0,-1 51 0,0-38 0,-7 275 0,7-281 0,0 0 0,-1 0 0,-1 0 0,0-1 0,0 1 0,-1-1 0,0 0 0,-1 0 0,0 0 0,-1 0 0,0-1 0,-12 15 0,2-7 0,-1-1 0,0 0 0,-1-1 0,0-1 0,-21 12 0,24-19 15,1 0 0,-1-1-1,0 0 1,-1-1 0,1-1-1,-1-1 1,0 0 0,-18 1-1,16-3-263,0 2-1,0 0 1,0 2-1,0 0 1,-25 10-1,22-4-6576</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0T02:36:38.574"/>
    </inkml:context>
    <inkml:brush xml:id="br0">
      <inkml:brushProperty name="width" value="0.05" units="cm"/>
      <inkml:brushProperty name="height" value="0.05" units="cm"/>
      <inkml:brushProperty name="color" value="#FF0066"/>
    </inkml:brush>
  </inkml:definitions>
  <inkml:trace contextRef="#ctx0" brushRef="#br0">3260 222 24575,'0'-3'0,"0"-1"0,0 0 0,0 0 0,-1 1 0,1-1 0,-1 0 0,0 1 0,0-1 0,0 1 0,-1-1 0,-2-5 0,1 5 0,0 1 0,0 0 0,0 0 0,-1 0 0,1 1 0,-1-1 0,1 1 0,-1 0 0,0 0 0,-7-3 0,-20-7 0,0 1 0,-1 2 0,0 1 0,-48-6 0,-139-4 0,188 16 0,-179-10 0,-1117-42 0,599 56 0,712-3 0,0 1 0,1 1 0,-1 1 0,0 0 0,1 1 0,-1 0 0,1 1 0,0 1 0,0 1 0,-25 13 0,35-16 0,1 0 0,0 1 0,0 0 0,0 0 0,0 0 0,1 0 0,0 0 0,0 1 0,0 0 0,-3 6 0,-19 55 0,14-36 0,-64 149 0,-5 13 0,38-90-1365,30-78-5461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0T02:36:40.038"/>
    </inkml:context>
    <inkml:brush xml:id="br0">
      <inkml:brushProperty name="width" value="0.05" units="cm"/>
      <inkml:brushProperty name="height" value="0.05" units="cm"/>
      <inkml:brushProperty name="color" value="#FF0066"/>
    </inkml:brush>
  </inkml:definitions>
  <inkml:trace contextRef="#ctx0" brushRef="#br0">1 64 24575,'1'41'0,"12"62"0,-6-57 0,-7-43 0,0 0 0,1 0 0,-1 0 0,1 0 0,0 0 0,0 0 0,0 0 0,0 0 0,1 0 0,-1-1 0,1 1 0,-1-1 0,1 1 0,0-1 0,0 0 0,4 4 0,-4-5 0,1 0 0,-1 1 0,1-1 0,-1-1 0,1 1 0,-1 0 0,1-1 0,-1 1 0,1-1 0,0 0 0,0 0 0,-1 0 0,1 0 0,0 0 0,-1 0 0,1-1 0,-1 0 0,1 1 0,5-3 0,19-8 0,1-1 0,27-17 0,32-15 0,-4 10 0,126-55 0,-65 31-89,-98 40-1187,-17 6-5550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0T02:37:02.155"/>
    </inkml:context>
    <inkml:brush xml:id="br0">
      <inkml:brushProperty name="width" value="0.05" units="cm"/>
      <inkml:brushProperty name="height" value="0.05" units="cm"/>
      <inkml:brushProperty name="color" value="#FF0066"/>
    </inkml:brush>
  </inkml:definitions>
  <inkml:trace contextRef="#ctx0" brushRef="#br0">1 771 24575,'6'3'0,"-1"1"0,1 0 0,0 1 0,-1-1 0,0 1 0,0 0 0,0 1 0,-1-1 0,0 1 0,0 0 0,0 0 0,-1 0 0,0 0 0,3 9 0,2 7 0,-1-1 0,-1 1 0,4 24 0,-3 4 0,8 30 0,-15-80 0,0 1 0,0-1 0,0 0 0,0 1 0,0-1 0,0 1 0,0-1 0,0 0 0,0 1 0,0-1 0,1 1 0,-1-1 0,0 0 0,0 1 0,0-1 0,1 0 0,-1 1 0,0-1 0,1 0 0,-1 1 0,0-1 0,0 0 0,1 0 0,-1 0 0,1 1 0,-1-1 0,0 0 0,1 0 0,7-8 0,5-26 0,-12 31 0,22-97 0,-16 65 0,1 1 0,14-35 0,-19 59 0,1 1 0,0 1 0,1-1 0,0 0 0,0 1 0,1 0 0,0 0 0,1 1 0,-1 0 0,1 0 0,1 0 0,7-5 0,-13 11 0,-1-1 0,1 1 0,0 0 0,-1 0 0,1 0 0,0 0 0,0 0 0,0 0 0,0 0 0,0 1 0,0-1 0,0 1 0,0-1 0,0 1 0,0 0 0,0-1 0,0 1 0,0 0 0,0 1 0,0-1 0,0 0 0,0 1 0,0-1 0,0 1 0,0-1 0,0 1 0,0 0 0,0 0 0,0 0 0,-1 0 0,1 0 0,0 0 0,-1 1 0,1-1 0,-1 0 0,1 1 0,-1-1 0,0 1 0,1 0 0,-1-1 0,1 4 0,4 6 0,-2 0 0,1 0 0,-1 0 0,-1 0 0,4 23 0,2 44 0,-8-57 0,1 0 0,1 0 0,1 0 0,9 24 0,-13-43 0,1 0 0,0 0 0,0 0 0,-1 0 0,2 0 0,-1 0 0,0-1 0,0 1 0,0 0 0,1-1 0,-1 1 0,3 1 0,-4-3 0,1 1 0,-1-1 0,1 0 0,0 0 0,-1 0 0,1 1 0,-1-1 0,1 0 0,0 0 0,-1 0 0,1 0 0,-1 0 0,1 0 0,0 0 0,-1 0 0,1 0 0,-1 0 0,1 0 0,0-1 0,-1 1 0,1 0 0,-1 0 0,1-1 0,-1 1 0,1 0 0,0-1 0,2-2 0,0 0 0,-1 0 0,1-1 0,-1 1 0,0 0 0,1-1 0,-2 0 0,1 1 0,0-1 0,1-7 0,30-116 0,-25 87 0,2 1 0,2 0 0,20-46 0,-13 56 0,-19 29 0,0-1 0,1 1 0,-1-1 0,0 1 0,1 0 0,-1 0 0,1-1 0,-1 1 0,0 0 0,1 0 0,-1-1 0,1 1 0,-1 0 0,1 0 0,-1 0 0,1 0 0,-1 0 0,1 0 0,-1-1 0,1 1 0,-1 1 0,2-1 0,-1 0 0,-1 1 0,1-1 0,0 1 0,-1-1 0,1 1 0,0-1 0,-1 1 0,1 0 0,-1 0 0,1-1 0,-1 1 0,1 0 0,-1 0 0,1-1 0,-1 1 0,0 0 0,1 0 0,-1 1 0,16 65 0,-15-56 0,1 0 0,0 0 0,1 0 0,0 0 0,1-1 0,0 0 0,0 0 0,1 0 0,0 0 0,12 15 0,-16-24 0,0 0 0,0 0 0,0 1 0,1-1 0,-1 0 0,0 0 0,1-1 0,-1 1 0,1 0 0,-1 0 0,1-1 0,-1 1 0,1 0 0,-1-1 0,1 0 0,0 1 0,-1-1 0,1 0 0,0 0 0,-1 0 0,1 0 0,2-1 0,-1 1 0,0-2 0,1 1 0,-1 0 0,0-1 0,-1 1 0,1-1 0,0 0 0,0 0 0,-1 0 0,5-4 0,3-5 0,0-1 0,-1 1 0,15-27 0,0-16 0,-20 44 0,0 1 0,0-1 0,1 0 0,0 1 0,0 0 0,1 1 0,0-1 0,10-9 0,-15 17 0,0 0 0,0 0 0,0 0 0,0 0 0,0 1 0,1-1 0,-1 0 0,0 1 0,0-1 0,0 1 0,1 0 0,-1-1 0,0 1 0,1 0 0,-1 0 0,0 0 0,1 0 0,-1 0 0,0 0 0,0 0 0,1 0 0,-1 0 0,0 1 0,1-1 0,-1 0 0,0 1 0,0-1 0,0 1 0,1-1 0,-1 1 0,0 0 0,0 0 0,0-1 0,2 3 0,3 3 0,0 1 0,-1 0 0,0 0 0,7 12 0,8 9 0,-14-23 0,0 0 0,0 0 0,1 0 0,-1-1 0,1 0 0,0 0 0,0-1 0,1 0 0,-1 0 0,1-1 0,-1 0 0,1 0 0,0-1 0,0 0 0,-1 0 0,1 0 0,0-1 0,0-1 0,13-1 0,-13 1 0,-1 0 0,1-1 0,-1 0 0,1 0 0,-1-1 0,1 0 0,-1 0 0,0 0 0,-1-1 0,1 0 0,0-1 0,-1 1 0,0-1 0,0-1 0,-1 1 0,1-1 0,-1 0 0,0 0 0,7-12 0,9-27 0,-3-1 0,-1-1 0,-2-1 0,-3 0 0,-1 0 0,4-60 0,-17 157 0,2 169 0,0-215 0,0 1 0,0-1 0,1 1 0,-1-1 0,1 0 0,0 1 0,0-1 0,0 0 0,0 0 0,1 1 0,0-1 0,-1 0 0,1 0 0,0-1 0,0 1 0,0 0 0,4 3 0,-2-4 0,0 1 0,0-1 0,0 0 0,1 0 0,-1 0 0,0-1 0,1 0 0,-1 0 0,1 0 0,-1 0 0,1 0 0,6-1 0,43 1 0,78-9 0,-126 7 0,1 0 0,-1-1 0,0 0 0,0 1 0,0-2 0,0 1 0,0-1 0,-1 0 0,1 0 0,-1-1 0,0 1 0,0-1 0,0 0 0,4-6 0,5-5 0,0-2 0,20-34 0,3-3 0,-36 52 0,0 0 0,0 1 0,1-1 0,-1 0 0,1 1 0,-1 0 0,1-1 0,-1 1 0,1 0 0,0 0 0,0 0 0,0 0 0,-1 0 0,1 0 0,0 0 0,0 1 0,4-1 0,-5 1 0,1 0 0,0 0 0,0 0 0,-1 1 0,1-1 0,0 0 0,-1 1 0,1 0 0,-1-1 0,1 1 0,-1 0 0,1 0 0,-1 0 0,1 0 0,-1 0 0,0 0 0,2 2 0,5 6 0,-1 1 0,0 0 0,-1 0 0,0 1 0,5 12 0,3 3 0,-12-24 0,23 32 0,-25-33 0,1 0 0,0 0 0,0-1 0,0 1 0,0 0 0,0-1 0,-1 1 0,1-1 0,0 1 0,0-1 0,0 1 0,1-1 0,-1 0 0,0 1 0,0-1 0,0 0 0,0 0 0,0 0 0,0 0 0,0 0 0,0 0 0,0 0 0,0 0 0,1 0 0,-1-1 0,0 1 0,0 0 0,0-1 0,0 1 0,0-1 0,0 1 0,0-1 0,1-1 0,10-9 0,-1 0 0,-1-1 0,0-1 0,0 0 0,12-23 0,1 0 0,-13 23 0,59-81 0,-60 83 0,1 0 0,0 1 0,1 0 0,0 1 0,23-15 0,-31 22 0,0 0 0,0 1 0,0 0 0,1-1 0,-1 1 0,1 0 0,-1 1 0,1-1 0,-1 0 0,1 1 0,0 0 0,-1 0 0,7 1 0,-1 1 0,-1 0 0,1 0 0,15 8 0,8 2 0,-30-11 0,0-1 0,0 1 0,0 0 0,0-1 0,1 0 0,-1 0 0,0 1 0,0-1 0,0-1 0,1 1 0,-1 0 0,0 0 0,0-1 0,0 1 0,0-1 0,0 0 0,0 1 0,0-1 0,0 0 0,0 0 0,0-1 0,0 1 0,0 0 0,-1-1 0,1 1 0,0-1 0,-1 1 0,0-1 0,1 0 0,-1 1 0,0-1 0,0 0 0,0 0 0,0 0 0,0 0 0,0 0 0,0 0 0,-1 0 0,1-3 0,3-10 0,-1 0 0,-1 0 0,0-1 0,-1-20 0,0 29 0,-1-3 0,1 4 0,-1 0 0,1 0 0,-1-1 0,0 1 0,-1 0 0,0 0 0,0-1 0,0 1 0,0 0 0,-1 0 0,0 0 0,-1 1 0,-4-11 0,6 16 0,1-1 0,0 1 0,-1-1 0,1 1 0,0-1 0,-1 1 0,1-1 0,-1 1 0,1 0 0,-1-1 0,1 1 0,-1 0 0,1-1 0,-1 1 0,0 0 0,1 0 0,-1-1 0,1 1 0,-1 0 0,1 0 0,-1 0 0,0 0 0,1 0 0,-1 0 0,0 0 0,1 0 0,-1 0 0,1 0 0,-2 0 0,1 1 0,0 0 0,0 0 0,0 0 0,0-1 0,0 1 0,0 0 0,1 0 0,-1 0 0,0 0 0,0 1 0,1-1 0,-1 0 0,0 2 0,-10 39 0,8-19-273,1 0 0,2 0 0,0 1 0,4 32 0,3-17-6553</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0T02:37:04.945"/>
    </inkml:context>
    <inkml:brush xml:id="br0">
      <inkml:brushProperty name="width" value="0.05" units="cm"/>
      <inkml:brushProperty name="height" value="0.05" units="cm"/>
      <inkml:brushProperty name="color" value="#FF0066"/>
    </inkml:brush>
  </inkml:definitions>
  <inkml:trace contextRef="#ctx0" brushRef="#br0">1 1015 24575,'1'8'0,"0"0"0,0 0 0,1 0 0,0 0 0,1 0 0,-1 0 0,2-1 0,-1 1 0,1-1 0,0 0 0,0 0 0,1 0 0,0 0 0,8 7 0,11 11 0,1-1 0,29 21 0,-44-36 0,2 1 0,0-1 0,1 1 0,0-2 0,0 0 0,25 11 0,-34-18 0,0 0 0,0 1 0,0-2 0,0 1 0,0 0 0,0-1 0,0 0 0,0 0 0,0 0 0,0 0 0,0-1 0,0 1 0,0-1 0,0 0 0,0 0 0,-1-1 0,1 1 0,0-1 0,-1 0 0,1 0 0,-1 0 0,1 0 0,-1-1 0,0 1 0,0-1 0,0 0 0,3-3 0,6-11 0,0-1 0,0 0 0,-2 0 0,0-1 0,-1 0 0,8-30 0,7-9 0,-1 4 0,0-3 0,3 1 0,51-81 0,-68 123 0,1 0 0,0 1 0,1 0 0,1 0 0,0 1 0,1 1 0,0 0 0,0 1 0,1 1 0,1 0 0,-1 0 0,2 2 0,-1 0 0,19-6 0,-13 7 0,-1 1 0,1 1 0,-1 1 0,1 1 0,0 1 0,0 0 0,0 2 0,0 1 0,21 3 0,-38-4 0,1 1 0,-1-1 0,0 1 0,0 0 0,0 0 0,0 0 0,0 1 0,0-1 0,-1 1 0,1 0 0,-1 0 0,1 0 0,-1 0 0,0 1 0,-1-1 0,1 1 0,-1 0 0,1 0 0,-1 0 0,0 0 0,0 0 0,-1 0 0,1 0 0,-1 1 0,0-1 0,0 1 0,-1-1 0,1 0 0,-1 8 0,0 1 0,-1 1 0,0-1 0,-1 1 0,0-1 0,-1 1 0,0-1 0,-1 0 0,-9 19 0,-19 30 0,21-45 0,2 1 0,0 0 0,1 1 0,-10 39 0,17-57 0,0 1 0,1 0 0,0-1 0,-1 1 0,1 0 0,0-1 0,0 1 0,0 0 0,0 0 0,0-1 0,0 1 0,0 0 0,0 0 0,1-1 0,-1 1 0,1 0 0,0-1 0,-1 1 0,1-1 0,0 1 0,0-1 0,0 1 0,0-1 0,0 1 0,0-1 0,0 0 0,0 0 0,2 2 0,-1-3 0,0 1 0,0-1 0,1 0 0,-1 1 0,0-1 0,0 0 0,0 0 0,0-1 0,0 1 0,0 0 0,0-1 0,0 1 0,0-1 0,0 0 0,0 1 0,0-1 0,0 0 0,0 0 0,0 0 0,-1-1 0,1 1 0,2-2 0,4-5 0,1 0 0,-2-1 0,1 1 0,-1-1 0,0-1 0,6-12 0,-7 11 0,1 1 0,0 0 0,0 1 0,1-1 0,14-12 0,-20 20 0,1 0 0,-1 1 0,0-1 0,1 1 0,-1 0 0,1 0 0,-1 0 0,1 0 0,-1 0 0,1 0 0,0 1 0,-1-1 0,1 1 0,0 0 0,0 0 0,-1 0 0,1 0 0,0 0 0,0 1 0,-1-1 0,1 1 0,0 0 0,3 1 0,5 3 0,1 1 0,-2 0 0,1 1 0,12 10 0,-16-11 0,0 0 0,1-1 0,0 0 0,0 0 0,1-1 0,-1 0 0,10 3 0,-14-7 0,0 1 0,0-1 0,0 0 0,0 0 0,0 0 0,-1 0 0,1-1 0,0 1 0,0-1 0,0 0 0,-1 0 0,1 0 0,-1-1 0,1 0 0,-1 1 0,1-1 0,-1 0 0,0-1 0,0 1 0,0 0 0,0-1 0,0 0 0,0 0 0,-1 0 0,0 0 0,1 0 0,-1 0 0,2-4 0,5-11 0,0-1 0,-1 0 0,0 0 0,4-24 0,-4 19 0,32-100 0,55-186 0,-87 281 0,1 1 0,25-54 0,-33 80 0,0 0 0,0 0 0,1-1 0,-1 1 0,1 0 0,-1 0 0,1 1 0,0-1 0,-1 0 0,1 0 0,0 1 0,0-1 0,0 1 0,1 0 0,-1 0 0,0 0 0,0 0 0,5-2 0,-5 3 0,-1 0 0,1 0 0,0 0 0,-1 0 0,1 1 0,0-1 0,-1 0 0,1 1 0,0-1 0,-1 1 0,1 0 0,-1-1 0,1 1 0,-1 0 0,1 0 0,-1 0 0,0 0 0,1 0 0,-1 0 0,0 0 0,0 1 0,0-1 0,0 0 0,0 1 0,0-1 0,0 1 0,1 2 0,3 6 0,-1 1 0,0 0 0,0 0 0,-1 1 0,0-1 0,-1 0 0,0 15 0,0 86 0,-2-78 0,-3 46 0,3 55 0,0-132 0,0-1 0,1 1 0,0-1 0,-1 0 0,1 1 0,0-1 0,0 0 0,0 1 0,1-1 0,-1 0 0,0 0 0,1 0 0,0 0 0,-1 0 0,1 0 0,0-1 0,0 1 0,0-1 0,0 1 0,0-1 0,0 0 0,1 1 0,-1-1 0,0 0 0,1 0 0,-1-1 0,0 1 0,1-1 0,-1 1 0,4-1 0,10 2 0,-1 0 0,1-2 0,29-1 0,-22-1 0,-22 2 0,11 0 0,0 0 0,0-1 0,0-1 0,17-4 0,-26 5 0,1 0 0,-1 0 0,0-1 0,-1 1 0,1-1 0,0 1 0,0-1 0,-1 0 0,1 0 0,-1 0 0,1-1 0,-1 1 0,0 0 0,0-1 0,0 0 0,0 1 0,0-1 0,-1 0 0,1 0 0,-1 0 0,0 0 0,1-4 0,0-1 0,-1-1 0,0 1 0,0-1 0,-2-12 0,3-19 0,15 61 0,-10-12 0,0 0 0,1-1 0,0 1 0,1-1 0,-1-1 0,2 1 0,-1-2 0,1 1 0,0-1 0,0-1 0,0 0 0,1 0 0,0-1 0,0 0 0,0-1 0,0 0 0,1-1 0,-1-1 0,1 1 0,21-2 0,-25 0 0,1 0 0,-1 0 0,0-1 0,0-1 0,0 1 0,0-1 0,0 0 0,8-4 0,-13 4 0,0 1 0,-1-1 0,1 0 0,0 0 0,-1 0 0,1 0 0,-1 0 0,0-1 0,0 1 0,0-1 0,0 1 0,0-1 0,0 0 0,-1 0 0,1 0 0,-1 0 0,0 0 0,0 0 0,0 0 0,0 0 0,0-1 0,-1 1 0,1-4 0,-1-3 0,0 0 0,0 0 0,-1 0 0,-1 0 0,1 0 0,-2 0 0,1 0 0,-1 1 0,-1-1 0,0 1 0,-6-11 0,8 15 0,-2-1 0,1 1 0,0 0 0,-1 0 0,0 1 0,0-1 0,0 1 0,-1 0 0,0 0 0,1 0 0,-1 1 0,-1-1 0,1 1 0,0 1 0,-1-1 0,1 1 0,-1 0 0,0 0 0,-9-2 0,-18 4 0,25 0 0,23 2 0,269 2 0,-277-4 0,0 1 0,-1-1 0,1 1 0,-1 1 0,0-1 0,1 1 0,-1 0 0,0 0 0,0 1 0,0-1 0,0 2 0,-1-1 0,1 0 0,-1 1 0,0 0 0,0 1 0,8 8 0,-13-13 0,0 0 0,1 1 0,-1-1 0,0 0 0,0 1 0,0-1 0,0 0 0,0 1 0,1-1 0,-1 0 0,0 1 0,0-1 0,0 0 0,1 0 0,-1 1 0,0-1 0,0 0 0,1 0 0,-1 0 0,0 1 0,1-1 0,-1 0 0,0 0 0,1 0 0,-1 0 0,0 0 0,1 1 0,-1-1 0,0 0 0,1 0 0,-1 0 0,0 0 0,1 0 0,-1 0 0,0 0 0,1 0 0,-1 0 0,0-1 0,1 1 0,-1 0 0,0 0 0,1 0 0,-1 0 0,0 0 0,1 0 0,-1-1 0,0 1 0,0 0 0,1 0 0,-1-1 0,0 1 0,0 0 0,1 0 0,-1-1 0,0 1 0,0 0 0,0-1 0,1 1 0,-1 0 0,0 0 0,0-1 0,0 1 0,0 0 0,0-1 0,5-33 0,-3 14 0,5-11 0,1 0 0,2 1 0,1 0 0,1 1 0,2 0 0,0 1 0,22-30 0,-26 46 10,1 0 0,0 2 0,0-1 0,1 1 0,1 1 1,0 0-1,14-7 0,32-24-1456,-38 23-5380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0T02:37:06.478"/>
    </inkml:context>
    <inkml:brush xml:id="br0">
      <inkml:brushProperty name="width" value="0.05" units="cm"/>
      <inkml:brushProperty name="height" value="0.05" units="cm"/>
      <inkml:brushProperty name="color" value="#FF0066"/>
    </inkml:brush>
  </inkml:definitions>
  <inkml:trace contextRef="#ctx0" brushRef="#br0">0 29 24575,'5'-5'0,"19"-1"0,30 0 0,38 2 0,26 0 0,31 2 0,22 1 0,15 1 0,-2 0 0,2 0 0,-14 0 0,-21 0 0,-18 1 0,-22-1 0,-21 0 0,-21 0 0,-18 0 0,-17 0-8191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0T02:37:07.607"/>
    </inkml:context>
    <inkml:brush xml:id="br0">
      <inkml:brushProperty name="width" value="0.05" units="cm"/>
      <inkml:brushProperty name="height" value="0.05" units="cm"/>
      <inkml:brushProperty name="color" value="#FF0066"/>
    </inkml:brush>
  </inkml:definitions>
  <inkml:trace contextRef="#ctx0" brushRef="#br0">498 0 24575,'-10'14'0,"-1"0"0,-1-1 0,-14 13 0,1-2 0,-2-1 0,0-2 0,-1 0 0,-1-2 0,-1-1 0,-1-1 0,0-2 0,-1-1 0,0-2 0,-41 11 0,70-23 0,-7 2 0,0 1 0,1 0 0,-14 6 0,22-9 0,-1 1 0,1 0 0,0 0 0,-1 0 0,1 0 0,0 0 0,0 0 0,-1 0 0,1 0 0,0 0 0,0 0 0,0 0 0,0 3 0,0-4 0,1 1 0,0 0 0,0 0 0,0 0 0,0-1 0,0 1 0,0 0 0,0 0 0,0 0 0,0 0 0,0-1 0,0 1 0,1 0 0,-1 0 0,0 0 0,1-1 0,-1 1 0,0 0 0,1 0 0,-1-1 0,1 1 0,-1 0 0,1-1 0,-1 1 0,1-1 0,1 2 0,14 12 0,1 0 0,1-1 0,38 21 0,-3-1 0,79 57 0,133 83 0,-231-155-1365,-5-5-5461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0T02:37:09.459"/>
    </inkml:context>
    <inkml:brush xml:id="br0">
      <inkml:brushProperty name="width" value="0.05" units="cm"/>
      <inkml:brushProperty name="height" value="0.05" units="cm"/>
      <inkml:brushProperty name="color" value="#FF0066"/>
    </inkml:brush>
  </inkml:definitions>
  <inkml:trace contextRef="#ctx0" brushRef="#br0">312 600 24575,'-31'4'0,"0"1"0,0 1 0,1 2 0,-35 13 0,57-18 0,-1 0 0,1 1 0,0 0 0,0 0 0,0 1 0,1 0 0,-1 0 0,1 1 0,0 0 0,-9 10 0,13-11 0,-1-1 0,1 1 0,0 0 0,1 0 0,-1 0 0,1 0 0,0 0 0,0 1 0,0-1 0,1 1 0,0-1 0,0 1 0,1 0 0,-1-1 0,1 1 0,0 0 0,2 10 0,-1-13 0,0 1 0,0-1 0,0 0 0,0 0 0,1 0 0,-1 0 0,1 0 0,0 0 0,0 0 0,0-1 0,0 1 0,0-1 0,0 1 0,1-1 0,-1 0 0,1 0 0,0 0 0,0 0 0,0 0 0,-1-1 0,2 1 0,-1-1 0,0 0 0,0 0 0,0 0 0,5 0 0,9 2 0,0 0 0,0-2 0,31 0 0,-39-1 0,7-1 0,0 0 0,0-1 0,0 0 0,-1-2 0,1 0 0,-1 0 0,0-2 0,0 1 0,-1-2 0,0 0 0,0-1 0,0-1 0,-1 0 0,0 0 0,-1-1 0,0-1 0,-1 0 0,0-1 0,-1 0 0,0 0 0,-1-1 0,9-15 0,0-7 0,-2-1 0,21-66 0,12-84 0,-8 24 0,-28 116 0,-10 29 0,1 1 0,1 0 0,1 0 0,0 0 0,15-25 0,-15 37 0,-3 12 0,-3 17 0,-22 142 0,9-88 0,-2 92 0,15-164 0,0 0 0,1 1 0,0-1 0,0 0 0,0 0 0,1 0 0,0 0 0,0 0 0,4 7 0,-5-12 0,0 0 0,0-1 0,0 1 0,0-1 0,0 1 0,1-1 0,-1 0 0,0 1 0,1-1 0,-1 0 0,1 0 0,-1 0 0,1 0 0,0 0 0,-1 0 0,1 0 0,0-1 0,0 1 0,0-1 0,-1 1 0,1-1 0,0 0 0,0 1 0,0-1 0,0 0 0,0 0 0,0-1 0,0 1 0,-1 0 0,1-1 0,0 1 0,0-1 0,0 1 0,0-1 0,-1 0 0,1 0 0,0 0 0,2-2 0,3-1 0,-1 0 0,1 0 0,-1-1 0,0 0 0,0 0 0,-1-1 0,1 1 0,-1-1 0,-1-1 0,1 1 0,-1-1 0,0 1 0,3-8 0,3-10 0,-1-1 0,9-39 0,1-4 0,-15 108 0,-4-19 0,-1-3 0,1 0 0,1 0 0,6 30 0,-6-42 0,0-1 0,1 0 0,-1 0 0,1 0 0,1-1 0,-1 1 0,1 0 0,0-1 0,0 1 0,0-1 0,0 0 0,1 0 0,0-1 0,-1 1 0,1-1 0,1 1 0,5 3 0,3-2 0,0 1 0,-1-2 0,2 0 0,-1-1 0,0 0 0,1 0 0,-1-2 0,1 0 0,-1 0 0,1-1 0,0-1 0,-1 0 0,1-1 0,-1-1 0,20-6 0,-26 7 0,0-1 0,0-1 0,0 1 0,0-1 0,-1 0 0,0-1 0,0 0 0,0 0 0,0 0 0,-1 0 0,0-1 0,0 0 0,0 0 0,-1 0 0,5-9 0,4-11 0,-1-2 0,15-47 0,-17 46 0,17-39 0,-26 67 0,-1 0 0,1-1 0,0 1 0,-1-1 0,1 1 0,0 0 0,0-1 0,0 1 0,0 0 0,0 0 0,0 0 0,0 0 0,0 0 0,1 0 0,-1 0 0,0 0 0,2-1 0,-2 3 0,-1-1 0,1 0 0,-1 0 0,1 0 0,-1 1 0,1-1 0,-1 0 0,1 1 0,-1-1 0,1 0 0,-1 1 0,1-1 0,-1 1 0,1-1 0,-1 1 0,0-1 0,1 1 0,-1-1 0,0 1 0,1-1 0,-1 1 0,0-1 0,0 1 0,0-1 0,0 1 0,1 0 0,-1-1 0,0 1 0,2 8 0,-1 0 0,0 0 0,0 0 0,-1 11 0,-1-13 10,1-1 0,-1 0 0,0 0 0,-1 1 0,0-1 0,0 0 0,0 0 0,0 0 0,-1-1 0,0 1 0,-4 6 0,4-10-78,1 1 1,0 0-1,0-1 1,-1 1-1,1-1 1,-1 0-1,0 1 1,0-1-1,0-1 1,0 1-1,0 0 1,0-1-1,0 1 1,-1-1-1,1 0 1,0 0-1,-1-1 1,1 1-1,-1-1 1,1 1-1,-6-1 1,-12-4-6759</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0T02:37:10.176"/>
    </inkml:context>
    <inkml:brush xml:id="br0">
      <inkml:brushProperty name="width" value="0.05" units="cm"/>
      <inkml:brushProperty name="height" value="0.05" units="cm"/>
      <inkml:brushProperty name="color" value="#FF0066"/>
    </inkml:brush>
  </inkml:definitions>
  <inkml:trace contextRef="#ctx0" brushRef="#br0">34 476 24575,'2'0'0,"-1"1"0,0-1 0,1 1 0,-1-1 0,0 1 0,1 0 0,-1-1 0,0 1 0,0 0 0,0 0 0,0 0 0,0 0 0,0 0 0,0 0 0,0 0 0,0 0 0,0 0 0,0 0 0,0 3 0,14 25 0,-14-28 0,7 23 0,0 0 0,-1 0 0,-2 0 0,5 45 0,-2 104 0,-8-134 0,1-1 0,-3 160 0,2-194 0,0 1 0,-1-1 0,0 1 0,0-1 0,0 0 0,0 1 0,-1-1 0,1 0 0,-1 0 0,-4 7 0,5-10 0,1-1 0,0 0 0,-1 1 0,1-1 0,0 0 0,-1 1 0,1-1 0,0 0 0,-1 0 0,1 1 0,-1-1 0,1 0 0,0 0 0,-1 1 0,1-1 0,-1 0 0,1 0 0,-1 0 0,1 0 0,-1 0 0,1 0 0,-1 0 0,1 0 0,-1 0 0,1 0 0,-1 0 0,1 0 0,0 0 0,-1 0 0,1-1 0,-1 1 0,1 0 0,-1 0 0,1 0 0,-1-1 0,1 1 0,0 0 0,-1 0 0,1-1 0,0 1 0,-1 0 0,1-1 0,0 1 0,-1-1 0,-13-22 0,14 23 0,-10-23 0,1-1 0,1 0 0,1 0 0,1-1 0,-5-47 0,0-134 0,10 157 0,-1-20 0,-2-6 0,11-114 0,-4 167 0,0-1 0,1 1 0,2 0 0,0 1 0,1-1 0,1 1 0,1 1 0,1-1 0,19-28 0,-17 32 0,1 1 0,1 0 0,0 1 0,26-22 0,-34 32 0,0 0 0,1 1 0,0 0 0,0 0 0,0 0 0,0 1 0,1 0 0,-1 0 0,1 1 0,0 0 0,-1 0 0,1 1 0,0 0 0,16 0 0,-22 1 0,1 0 0,-1 1 0,0-1 0,0 1 0,0-1 0,0 1 0,0 0 0,0 0 0,0 0 0,0 0 0,0 0 0,0 0 0,0 1 0,-1-1 0,1 0 0,0 1 0,-1 0 0,1-1 0,0 3 0,1 0 0,-1 0 0,0 1 0,0-1 0,0 1 0,0 0 0,-1-1 0,1 1 0,0 6 0,-1 6 0,0 0 0,0 0 0,-2 0 0,-2 17 0,3-30 7,-1 0 0,1 0 0,-1 0 0,0 1 0,-1-2 1,1 1-1,-1 0 0,1 0 0,-1 0 0,0-1 0,-1 1 0,1-1 0,0 1 0,-1-1 0,0 0 0,-6 5 0,4-5-131,0 0 0,0 0 1,0-1-1,0 1 0,0-1 0,-1 0 1,1-1-1,-1 0 0,1 1 0,-1-2 1,-10 2-1,-8-2-6702</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0T02:37:10.653"/>
    </inkml:context>
    <inkml:brush xml:id="br0">
      <inkml:brushProperty name="width" value="0.05" units="cm"/>
      <inkml:brushProperty name="height" value="0.05" units="cm"/>
      <inkml:brushProperty name="color" value="#FF0066"/>
    </inkml:brush>
  </inkml:definitions>
  <inkml:trace contextRef="#ctx0" brushRef="#br0">82 1 24575,'0'14'0,"0"32"0,0 42 0,0 32 0,0 30 0,0 11 0,0 7 0,0-6 0,-9-13 0,-4-27 0,2-25 0,1-24 0,-1-20 0,1-23 0,2-22 0,2-22 0,3-7-8191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0T02:37:11.785"/>
    </inkml:context>
    <inkml:brush xml:id="br0">
      <inkml:brushProperty name="width" value="0.05" units="cm"/>
      <inkml:brushProperty name="height" value="0.05" units="cm"/>
      <inkml:brushProperty name="color" value="#FF0066"/>
    </inkml:brush>
  </inkml:definitions>
  <inkml:trace contextRef="#ctx0" brushRef="#br0">27 1 24575,'-14'224'0,"6"-140"0,3 95 0,6-176 0,-1 1 0,0 0 0,1 0 0,0 0 0,0 0 0,0-1 0,0 1 0,1 0 0,-1-1 0,1 1 0,2 3 0,-3-6 0,0 0 0,0 0 0,0 0 0,0-1 0,-1 1 0,1 0 0,0 0 0,0-1 0,0 1 0,1-1 0,-1 1 0,0-1 0,0 1 0,0-1 0,0 1 0,0-1 0,1 0 0,-1 0 0,0 0 0,0 0 0,0 0 0,1 0 0,-1 0 0,0 0 0,0 0 0,0 0 0,1-1 0,-1 1 0,0 0 0,0-1 0,0 1 0,0-1 0,0 0 0,0 1 0,0-1 0,0 0 0,0 1 0,1-3 0,2 1 0,-1-2 0,0 1 0,0 0 0,0 0 0,0-1 0,-1 0 0,1 1 0,-1-1 0,0 0 0,0 0 0,0 0 0,-1-1 0,2-5 0,2-9 0,2-37 0,-6 42 0,1 1 0,0-1 0,6-19 0,-7 31 0,0-1 0,-1 1 0,1 0 0,0 0 0,0 0 0,0 0 0,0 0 0,0 1 0,1-1 0,-1 0 0,1 0 0,-1 1 0,1-1 0,-1 1 0,1-1 0,0 1 0,0 0 0,0 0 0,0 0 0,0 0 0,0 0 0,0 0 0,0 0 0,0 0 0,0 1 0,0 0 0,1-1 0,-1 1 0,3 0 0,0 0 0,-1 1 0,1 0 0,0 1 0,-1-1 0,1 1 0,0 0 0,-1 0 0,0 0 0,1 1 0,-1-1 0,0 1 0,4 4 0,28 24 0,-9-9 0,56 39 0,-75-56 0,1 0 0,-1-1 0,1 0 0,1-1 0,-1 1 0,0-2 0,1 1 0,-1-1 0,1-1 0,0 1 0,16-2 0,-21 0 0,0-1 0,-1 0 0,0 0 0,1-1 0,-1 0 0,0 1 0,1-1 0,-1-1 0,0 1 0,0 0 0,-1-1 0,1 0 0,-1 0 0,1 0 0,-1 0 0,0-1 0,0 1 0,0-1 0,-1 0 0,1 0 0,1-4 0,7-13 0,-2 0 0,0 0 0,6-24 0,-5 15 0,6-15 0,-8 16 0,2 0 0,2 1 0,0 0 0,31-49 0,-32 69 0,-4 15 0,-2 22 0,-1 102 0,-5-83 0,3-1 0,15 91 0,-4-88 0,23 54 0,-22-68 0,-1 1 0,-3 0 0,9 49 0,-18-80 0,0 1 0,-1-1 0,0 0 0,0 0 0,0 1 0,-1-1 0,0 0 0,-2 9 0,1-12 0,1 0 0,0 0 0,-1 0 0,0 0 0,0 0 0,1-1 0,-2 1 0,1-1 0,0 1 0,0-1 0,-1 0 0,1 1 0,-1-1 0,0-1 0,0 1 0,0 0 0,-4 1 0,-10 3 0,-1 0 0,1-2 0,-1 0 0,-1-1 0,1-1 0,0-1 0,-1 0 0,1-1 0,0-1 0,-33-6 0,47 6 0,0 1 0,-1-1 0,1 0 0,0-1 0,0 1 0,0-1 0,0 0 0,0 0 0,0 0 0,0 0 0,1-1 0,-1 1 0,1-1 0,0 0 0,0 0 0,0 0 0,-3-5 0,4 5 0,0-1 0,1 1 0,-1-1 0,1 0 0,0 1 0,0-1 0,1 0 0,-1 0 0,1 0 0,0 0 0,0 1 0,0-1 0,0 0 0,1 0 0,-1 0 0,1 0 0,0 1 0,1-1 0,1-4 0,5-12-341,1 1 0,1 0-1,18-27 1,9-6-6485</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0T02:37:13.461"/>
    </inkml:context>
    <inkml:brush xml:id="br0">
      <inkml:brushProperty name="width" value="0.05" units="cm"/>
      <inkml:brushProperty name="height" value="0.05" units="cm"/>
      <inkml:brushProperty name="color" value="#FF0066"/>
    </inkml:brush>
  </inkml:definitions>
  <inkml:trace contextRef="#ctx0" brushRef="#br0">253 45 24575,'-3'0'0,"0"0"0,1 1 0,-1 0 0,0-1 0,0 1 0,0 0 0,1 0 0,-1 0 0,1 1 0,-1-1 0,1 1 0,-1-1 0,-3 4 0,-26 28 0,24-24 0,-12 16 0,1 2 0,1 0 0,1 0 0,1 2 0,2 0 0,1 1 0,1 0 0,1 1 0,2 0 0,1 1 0,-3 35 0,8-33 0,3-34 0,0 0 0,0 0 0,0 1 0,0-1 0,0 0 0,0 1 0,0-1 0,0 0 0,0 0 0,0 1 0,0-1 0,0 0 0,0 0 0,0 1 0,0-1 0,0 0 0,0 0 0,0 1 0,0-1 0,1 0 0,-1 0 0,0 1 0,0-1 0,0 0 0,0 0 0,1 0 0,-1 1 0,0-1 0,0 0 0,1 0 0,-1 0 0,0 0 0,0 1 0,1-1 0,-1 0 0,0 0 0,0 0 0,1 0 0,-1 0 0,0 0 0,0 0 0,1 0 0,-1 0 0,0 0 0,1 0 0,11-11 0,7-20 0,4-34 0,-21 55 0,1 0 0,0 0 0,0 0 0,1 1 0,0 0 0,1 0 0,0 0 0,0 0 0,1 1 0,10-13 0,-15 20 0,1 0 0,-1-1 0,1 1 0,-1 0 0,1 0 0,-1-1 0,1 1 0,0 1 0,-1-1 0,1 0 0,0 0 0,0 1 0,0-1 0,0 0 0,-1 1 0,1 0 0,0 0 0,0-1 0,0 1 0,0 0 0,0 1 0,0-1 0,0 0 0,0 0 0,0 1 0,0-1 0,2 2 0,2 2 0,-2-1 0,1 1 0,0 0 0,-1 0 0,0 1 0,0-1 0,5 8 0,-5-6 0,1 0 0,1 0 0,-1 0 0,9 7 0,-12-12 0,-1 0 0,1 0 0,0 0 0,-1 0 0,1-1 0,0 1 0,0 0 0,0-1 0,-1 1 0,1-1 0,0 0 0,0 1 0,0-1 0,0 0 0,0 0 0,0 0 0,0 0 0,0-1 0,-1 1 0,1-1 0,0 1 0,2-2 0,3-1 0,-1 0 0,0-1 0,0 0 0,-1 0 0,1 0 0,-1-1 0,0 1 0,0-1 0,0-1 0,6-9 0,5-10 0,16-32 0,-18 32 0,5-11 0,-15 25 0,1 1 0,0 0 0,1 0 0,0 0 0,0 0 0,1 1 0,1 0 0,-1 1 0,16-14 0,-21 21 0,0 0 0,-1 0 0,1 0 0,0 0 0,-1 0 0,1 0 0,0 1 0,0-1 0,0 0 0,0 1 0,0 0 0,0-1 0,0 1 0,0 0 0,0 0 0,0 0 0,0 0 0,0 0 0,0 1 0,0-1 0,0 1 0,0-1 0,-1 1 0,1 0 0,0-1 0,0 1 0,0 0 0,-1 0 0,1 0 0,0 1 0,-1-1 0,1 0 0,-1 1 0,0-1 0,1 1 0,-1-1 0,0 1 0,0 0 0,0-1 0,1 3 0,3 5 0,-1 1 0,0-1 0,0 1 0,-1 0 0,4 20 0,-8-41 0,1 0 0,0 0 0,0 1 0,3-12 0,-2 17 0,-1 0 0,1 0 0,0 0 0,1 0 0,-1 0 0,1 0 0,0 1 0,0-1 0,0 1 0,1-1 0,0 1 0,0 0 0,0 0 0,0 0 0,1 0 0,-1 1 0,6-5 0,-5 6 0,0 0 0,0 0 0,0 0 0,0 0 0,1 1 0,-1-1 0,1 1 0,-1 0 0,1 0 0,-1 1 0,1 0 0,0-1 0,-1 2 0,1-1 0,0 0 0,-1 1 0,1 0 0,-1 0 0,1 0 0,-1 1 0,0-1 0,1 1 0,-1 0 0,0 0 0,0 1 0,0-1 0,-1 1 0,1 0 0,0 0 0,-1 0 0,0 0 0,0 1 0,0 0 0,0-1 0,0 1 0,-1 0 0,0 0 0,0 0 0,0 0 0,0 1 0,1 5 0,1 4 0,0-1 0,-2 1 0,1-1 0,-2 1 0,0 24 0,13-62 0,-6 8 0,1-1 0,0 1 0,18-22 0,-25 35 0,0 1 0,1 0 0,-1 0 0,1 0 0,0 1 0,-1-1 0,1 1 0,0-1 0,0 1 0,0 0 0,0 0 0,0 0 0,0 1 0,0-1 0,1 1 0,-1 0 0,0-1 0,0 1 0,0 1 0,0-1 0,1 0 0,-1 1 0,0 0 0,0-1 0,0 1 0,0 1 0,0-1 0,0 0 0,0 1 0,-1-1 0,1 1 0,0 0 0,-1 0 0,3 3 0,8 6 0,0 1 0,-2 0 0,1 1 0,18 28 0,-20-25 0,2 0 0,0 0 0,1-1 0,29 26 0,-38-38 0,0 0 0,0 0 0,0-1 0,0 1 0,1-1 0,-1 0 0,1 0 0,0 0 0,0-1 0,-1 0 0,1 0 0,0 0 0,0 0 0,0-1 0,0 0 0,0 0 0,0 0 0,0 0 0,0-1 0,0 0 0,0 0 0,0 0 0,-1-1 0,1 0 0,5-3 0,-5 3 0,0-1 0,-1 0 0,1 0 0,-1 0 0,0-1 0,0 0 0,0 0 0,-1 0 0,1 0 0,-1 0 0,0-1 0,0 1 0,0-1 0,-1 0 0,0 0 0,0 0 0,0 0 0,1-7 0,1-9 0,0 0 0,-2-1 0,1-27 0,-1 2 0,10 92 0,-8-9-1365,-1-1-5461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0T02:37:13.745"/>
    </inkml:context>
    <inkml:brush xml:id="br0">
      <inkml:brushProperty name="width" value="0.05" units="cm"/>
      <inkml:brushProperty name="height" value="0.05" units="cm"/>
      <inkml:brushProperty name="color" value="#FF0066"/>
    </inkml:brush>
  </inkml:definitions>
  <inkml:trace contextRef="#ctx0" brushRef="#br0">1 5 24575,'0'-4'0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0T02:37:16.316"/>
    </inkml:context>
    <inkml:brush xml:id="br0">
      <inkml:brushProperty name="width" value="0.05" units="cm"/>
      <inkml:brushProperty name="height" value="0.05" units="cm"/>
      <inkml:brushProperty name="color" value="#FF0066"/>
    </inkml:brush>
  </inkml:definitions>
  <inkml:trace contextRef="#ctx0" brushRef="#br0">36 1130 24575,'10'0'0,"-1"0"0,1-1 0,0 0 0,0 0 0,13-4 0,-19 4 0,0-1 0,-1 0 0,1 0 0,0 0 0,-1 0 0,0 0 0,0-1 0,1 0 0,-1 1 0,-1-1 0,1 0 0,0-1 0,-1 1 0,0 0 0,4-7 0,0-1 0,-1-1 0,0 1 0,0-1 0,5-23 0,-9 31 0,-1 0 0,1 0 0,-1 0 0,0 0 0,0 0 0,0 1 0,-1-1 0,-1-8 0,1 10 0,1 1 0,-1-1 0,0 0 0,1 1 0,-1-1 0,0 1 0,0-1 0,-1 1 0,1-1 0,0 1 0,0 0 0,-1 0 0,1-1 0,0 1 0,-1 0 0,1 0 0,-1 0 0,0 1 0,1-1 0,-3 0 0,1 0 0,1 0 0,-1 1 0,0 0 0,1 0 0,-1 0 0,0 0 0,0 0 0,1 0 0,-1 1 0,0-1 0,1 1 0,-1 0 0,1 0 0,-1 0 0,0 0 0,1 0 0,0 0 0,-1 1 0,1-1 0,0 1 0,0 0 0,0 0 0,0 0 0,0 0 0,-2 3 0,-5 5 0,2 0 0,-1 0 0,1 1 0,-6 12 0,3 0 0,1 0 0,1 0 0,1 1 0,2-1 0,0 2 0,1-1 0,1 0 0,1 1 0,2 0 0,4 45 0,-4-67 0,1 0 0,-1 0 0,1-1 0,0 1 0,-1-1 0,1 1 0,1 0 0,-1-1 0,0 0 0,0 1 0,1-1 0,0 0 0,-1 0 0,1 1 0,0-2 0,0 1 0,0 0 0,3 2 0,0-1 0,-1-1 0,0 0 0,0 0 0,1 0 0,-1-1 0,1 0 0,-1 0 0,1 0 0,0 0 0,5 0 0,-2-1 0,1 0 0,-1 0 0,0-1 0,0 0 0,0-1 0,0 1 0,0-2 0,0 1 0,0-1 0,-1 0 0,1 0 0,8-6 0,-12 5 0,1 0 0,-1 0 0,0 0 0,0 0 0,-1-1 0,1 0 0,-1 1 0,0-1 0,4-10 0,16-51 0,-21 57 0,0 0 0,0 0 0,1 0 0,0 1 0,1-1 0,0 1 0,0 0 0,1 0 0,0 0 0,1 1 0,-1-1 0,8-6 0,-11 13 0,0-1 0,0 1 0,0 0 0,0-1 0,0 1 0,0 0 0,0 0 0,0 0 0,1 1 0,-1-1 0,0 0 0,1 1 0,-1 0 0,1-1 0,-1 1 0,0 0 0,1 0 0,-1 1 0,1-1 0,-1 0 0,0 1 0,1-1 0,-1 1 0,0 0 0,0 0 0,1 0 0,-1 0 0,0 0 0,0 0 0,0 1 0,0-1 0,0 1 0,-1-1 0,1 1 0,0 0 0,1 2 0,7 8 0,0 0 0,-1 1 0,0 0 0,9 21 0,-8-16 0,-9-16 0,0 0 0,0 0 0,0 0 0,1 0 0,-1 0 0,0 0 0,1-1 0,-1 1 0,1 0 0,0-1 0,-1 1 0,5 1 0,-5-3 0,0 0 0,-1 0 0,1-1 0,0 1 0,0-1 0,0 1 0,0-1 0,0 1 0,0-1 0,-1 1 0,1-1 0,0 0 0,0 1 0,-1-1 0,1 0 0,0 0 0,-1 1 0,1-1 0,-1 0 0,1 0 0,-1 0 0,0 0 0,1 0 0,-1 0 0,0 0 0,1 0 0,-1 0 0,0-1 0,5-10 0,5-12 0,18-36 0,-25 55 0,0 0 0,1 0 0,-1 0 0,1 0 0,0 1 0,0-1 0,0 1 0,1 0 0,-1 0 0,1 0 0,0 1 0,9-5 0,-12 8 0,0-1 0,0 1 0,0 0 0,0 0 0,0 0 0,0 0 0,0 0 0,0 0 0,-1 0 0,1 1 0,0-1 0,0 1 0,0-1 0,0 1 0,0 0 0,0 0 0,-1 0 0,1 0 0,0 0 0,-1 0 0,1 0 0,-1 0 0,1 1 0,-1-1 0,1 1 0,1 2 0,6 7 0,0 1 0,12 22 0,-8-12 0,-10-18 0,0 0 0,0 1 0,0-1 0,1 0 0,-1 0 0,8 6 0,-10-10 0,0 1 0,0-1 0,0 1 0,-1-1 0,1 1 0,0-1 0,0 0 0,0 0 0,0 1 0,0-1 0,0 0 0,0 0 0,-1 0 0,1 0 0,0 0 0,0 0 0,0 0 0,0 0 0,0 0 0,0-1 0,0 1 0,0 0 0,0-1 0,-1 1 0,1 0 0,0-1 0,0 1 0,0-1 0,-1 1 0,1-1 0,0 0 0,-1 1 0,1-1 0,0 0 0,-1 1 0,1-1 0,-1 0 0,1 0 0,-1 0 0,1-1 0,9-18 0,0-1 0,-2 1 0,0-2 0,-2 1 0,0-1 0,3-28 0,-3 25 0,58-390 0,-9 44 0,-22 154 0,-33 280 0,1-18 0,-3 618 0,1-647 0,1-7 0,0 1 0,0 0 0,1-1 0,0 1 0,4 14 0,-4-22 0,0 1 0,0-1 0,0 0 0,0 0 0,0 0 0,0 0 0,1 0 0,-1-1 0,0 1 0,1 0 0,0 0 0,0-1 0,-1 1 0,1-1 0,0 0 0,0 0 0,0 1 0,0-1 0,0 0 0,1-1 0,-1 1 0,0 0 0,0-1 0,0 1 0,1-1 0,-1 1 0,0-1 0,3 0 0,52 0 0,98-13 0,-117 7 0,50-12 0,-82 16 0,0-1 0,0 0 0,0 0 0,0 0 0,-1-1 0,0 0 0,1 0 0,-1 0 0,-1 0 0,1-1 0,-1 0 0,1 0 0,-1 0 0,-1-1 0,1 1 0,-1-1 0,3-6 0,0-1 0,-1-1 0,0 1 0,0-1 0,-1 0 0,-1 0 0,2-23 0,-5 34 0,1 0 0,-1 0 0,0 1 0,0-1 0,-1 0 0,1 0 0,-1 1 0,1-1 0,-1 0 0,0 1 0,0-1 0,0 1 0,0-1 0,0 1 0,-1-1 0,1 1 0,-1 0 0,1-1 0,-1 1 0,0 0 0,-3-3 0,3 4 0,0 0 0,0 0 0,0 1 0,0-1 0,0 0 0,0 1 0,0-1 0,0 1 0,0 0 0,0 0 0,0 0 0,0 0 0,-1 0 0,1 0 0,0 0 0,0 1 0,0-1 0,0 1 0,0-1 0,0 1 0,0 0 0,0 0 0,0 0 0,1 0 0,-1 0 0,0 0 0,1 0 0,-3 3 0,-21 15 0,10-8 0,-1 1 0,2 1 0,-16 17 0,26-26 0,1 0 0,0 0 0,0 1 0,0-1 0,0 1 0,1 0 0,0 0 0,0 0 0,0 0 0,1 0 0,0 0 0,0 0 0,0 0 0,0 1 0,1-1 0,0 8 0,6 4 0,-3-6 0,-3-11 0,0 1 0,-1-1 0,1 0 0,0 0 0,0 1 0,-1-1 0,1 0 0,0 0 0,0 1 0,-1-1 0,1 0 0,0 0 0,-1 0 0,1 0 0,0 1 0,-1-1 0,1 0 0,0 0 0,-1 0 0,1 0 0,-1 0 0,1 0 0,0 0 0,-1 0 0,1 0 0,0 0 0,-1 0 0,1 0 0,0 0 0,-1 0 0,0-1 0,-18-1-1365,-3 0-5461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0T02:37:16.795"/>
    </inkml:context>
    <inkml:brush xml:id="br0">
      <inkml:brushProperty name="width" value="0.05" units="cm"/>
      <inkml:brushProperty name="height" value="0.05" units="cm"/>
      <inkml:brushProperty name="color" value="#FF0066"/>
    </inkml:brush>
  </inkml:definitions>
  <inkml:trace contextRef="#ctx0" brushRef="#br0">1 475 24575,'4'-9'0,"16"-13"0,23-11 0,18-15 0,8-3 0,11 2 0,0 9 0,2 3 0,-9 2 0,1 3 0,-2-2 0,-4-1 0,-9 7 0,-14 7-8191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0T02:40:39.567"/>
    </inkml:context>
    <inkml:brush xml:id="br0">
      <inkml:brushProperty name="width" value="0.05" units="cm"/>
      <inkml:brushProperty name="height" value="0.05" units="cm"/>
      <inkml:brushProperty name="color" value="#FF0066"/>
    </inkml:brush>
  </inkml:definitions>
  <inkml:trace contextRef="#ctx0" brushRef="#br0">1 0 24575,'0'0'-8191</inkml:trace>
</inkml:ink>
</file>

<file path=ppt/ink/ink48.xml><?xml version="1.0" encoding="utf-8"?>
<inkml:ink xmlns:inkml="http://www.w3.org/2003/InkML">
  <inkml:definitions>
    <inkml:context xml:id="ctx0">
      <inkml:inkSource xml:id="inkSrc0">
        <inkml:traceFormat>
          <inkml:channel name="X" type="integer" max="5760" units="cm"/>
          <inkml:channel name="Y" type="integer" max="2160" units="cm"/>
          <inkml:channel name="T" type="integer" max="2.14748E9" units="dev"/>
        </inkml:traceFormat>
        <inkml:channelProperties>
          <inkml:channelProperty channel="X" name="resolution" value="167.44186" units="1/cm"/>
          <inkml:channelProperty channel="Y" name="resolution" value="111.34021" units="1/cm"/>
          <inkml:channelProperty channel="T" name="resolution" value="1" units="1/dev"/>
        </inkml:channelProperties>
      </inkml:inkSource>
      <inkml:timestamp xml:id="ts0" timeString="2025-11-18T19:04:36.031"/>
    </inkml:context>
    <inkml:brush xml:id="br0">
      <inkml:brushProperty name="width" value="0.05292" units="cm"/>
      <inkml:brushProperty name="height" value="0.05292" units="cm"/>
      <inkml:brushProperty name="color" value="#FF0000"/>
    </inkml:brush>
  </inkml:definitions>
  <inkml:trace contextRef="#ctx0" brushRef="#br0">5838 6156 0,'53'0'109,"-35"0"-93,282 0 15,53 0 32,-18 0-32,-35 0 16,-230 0-47,195 0 47,-18 18-16,88-18 16,35 35 0,-70 0-16,0-35 16,-124 0-16,54 35 16,-1-17 0,18-18-16,-141 0 16,0 0 0,17 0 0,-105 0-16</inkml:trace>
  <inkml:trace contextRef="#ctx0" brushRef="#br0" timeOffset="5503.7">9560 3687 0,'0'0'0,"0"-36"15,0-17 32</inkml:trace>
  <inkml:trace contextRef="#ctx0" brushRef="#br0" timeOffset="5871.44">9931 2822 0,'0'53'47,"35"194"-16,106 53 0,88-124 16,-52-158-16,-177-53-15</inkml:trace>
  <inkml:trace contextRef="#ctx0" brushRef="#br0" timeOffset="6207.03">9666 3175 0,'124'-35'47,"317"-36"0,-230 36 0,-176 17-16</inkml:trace>
  <inkml:trace contextRef="#ctx0" brushRef="#br0" timeOffset="6447.11">10495 2999 0,'18'0'16,"70"35"31,53 35-16,-88-70 16,-35-35-16</inkml:trace>
  <inkml:trace contextRef="#ctx0" brushRef="#br0" timeOffset="6703.19">10813 2875 0,'-18'0'16,"36"0"-16,-71 0 0,-177 177 31,213-125-15,-54 54 15,71-70 16</inkml:trace>
  <inkml:trace contextRef="#ctx0" brushRef="#br0" timeOffset="7086.06">10795 2364 0,'18'0'32,"-1"0"-32,124 352 31,-35-105 16,-53-247-16,88-35 16,-53-18-16</inkml:trace>
  <inkml:trace contextRef="#ctx0" brushRef="#br0" timeOffset="7406.11">10813 2787 0,'35'-53'31,"476"-141"0,-352 141 16</inkml:trace>
  <inkml:trace contextRef="#ctx0" brushRef="#br0" timeOffset="7916.8">10001 4057 0,'36'70'31,"-72"-140"-31,72 123 156,-36-106-156</inkml:trace>
  <inkml:trace contextRef="#ctx0" brushRef="#br0" timeOffset="8378.87">10672 3669 0,'0'0'15,"-71"-18"32,-211 336-16,282-54 16,353-193 0,-54-142 0,-281 1-47,-18-36 47</inkml:trace>
  <inkml:trace contextRef="#ctx0" brushRef="#br0" timeOffset="8905.12">11324 3440 0,'0'0'16,"-247"105"31,230-52-16,17 0 16,35-53-47,282 18 31,-281 35 16,-72 88 0,-228-106-16,211-88 32</inkml:trace>
  <inkml:trace contextRef="#ctx0" brushRef="#br0" timeOffset="9369.76">11553 3034 0,'0'0'16,"36"0"15,264 317 0,-124-176 16,-176-493 31,0-19-31,0 354 0,53 17-32</inkml:trace>
  <inkml:trace contextRef="#ctx0" brushRef="#br0" timeOffset="12088.09">9984 5027 0,'0'0'0,"-230"-70"47,72 52-16,-125 53 32,1 106-16,229-105-47,-70 87 31,87 53 16,107 71-16,88-70 16,123 34 0,141-87-16,-123-106 16,-123-54-16,-125 19-15,178-72 15,-89-52 16,-141-141-16,-35 35 16,-54 53-16,-52 35 32,124 142-63,-160-71 31,-105 17 16,70 71 0,124 0 0,71 0-16,-19 0 16,19 0-47</inkml:trace>
  <inkml:trace contextRef="#ctx0" brushRef="#br0" timeOffset="34367.55">16263 10583 0,'18'0'141,"70"0"-126,0 0 32,-70 0 0,-1 18 125,-17 0-157</inkml:trace>
  <inkml:trace contextRef="#ctx0" brushRef="#br0" timeOffset="45834.14">19844 10724 0,'17'0'172,"19"0"-125,-1 0 0,18 0 0,0 0-16,-18 0 16,18 0 31,0 0-31,0 0-16,-18 0 16,-17 0 0,-1 0-16,72 0 16,-1-17 0,-18 17-16,18 0 16,54 0 0,-1 35 0,-124-35-47,72 71 31,-37-36 16,-52 0 0,0-17-16,0 17 16,0 0-16,18-35 219,0 0-234,70 0 15,53 0 16,-35 0 0,0 0 0,17 0-16,71-17 16,-159-19-47,124 36 31,-88 0-15,123 0 15,-88 0 16,-71 0-16,0-17 47,0-54-31,-17 36 0,0 0-16,-1 35 47</inkml:trace>
  <inkml:trace contextRef="#ctx0" brushRef="#br0" timeOffset="48040.17">22013 9278 0,'0'-35'47,"0"17"-16,-141-17 16,-141 0 0,35-1-16,53 36 16,141 0-16,-88 36 16,123 16 0,-17 143-16,17-37 16,-34-52-16,34-71 16,0-17 0,1 17 0,-1 1 0,0-36-16</inkml:trace>
  <inkml:trace contextRef="#ctx0" brushRef="#br0" timeOffset="49084.82">20602 9560 0,'0'-17'62,"18"87"-15,-18-35-47,53 142 63,-36-142-32,-17-17 47,106-54 16,18 1-63,-36 18 16,-18-19-16,-34 36 16,-1 0 0</inkml:trace>
  <inkml:trace contextRef="#ctx0" brushRef="#br0" timeOffset="97948.76">21749 9966 0,'17'0'109,"195"0"-93,0-53 31,35 35-16,-177 1-15,54 17 15,-107 0-31,1 0 47,17 0-16,-17 0 16</inkml:trace>
  <inkml:trace contextRef="#ctx0" brushRef="#br0" timeOffset="102375.23">26811 9984 0,'35'0'109,"159"0"-93,159 0 31,-141 0-16,-53 0 16,17 0 0,-141 0-16</inkml:trace>
  <inkml:trace contextRef="#ctx0" brushRef="#br0" timeOffset="104502.85">28487 10160 0,'35'0'31,"106"-18"16,353 1-16,141 17 16,-547 0-47,389 0 47,105 0-16,-159 0 16,0 0-16,-141 0 16,-229 0 0,0 0 0,-35 0-16,0 0 16</inkml:trace>
  <inkml:trace contextRef="#ctx0" brushRef="#br0" timeOffset="135734.47">17127 15946 0,'36'0'110,"140"0"-79,-158 0-31,140 0 31,-52 0 16,-88 0-16,0 0 329,-1 17-329</inkml:trace>
  <inkml:trace contextRef="#ctx0" brushRef="#br0" timeOffset="136822.23">18486 8943 0,'-142'18'47,"-440"17"0,512 0-31,17-17 15,53 52 16,106 195 0,0 35-16,-71-283-15,-35 54 15,17-1 16,1 19-16,-18-36 16,0 0-31</inkml:trace>
  <inkml:trace contextRef="#ctx0" brushRef="#br0" timeOffset="137366.06">17586 9913 0,'53'0'47,"53"53"0,-71-18-47,106 71 47,-141-88-16,71-54 32,-18-316-32,-53 299-15,52-106 15,-34 106 16</inkml:trace>
  <inkml:trace contextRef="#ctx0" brushRef="#br0" timeOffset="140790.82">26952 7250 0,'0'-18'32,"-370"18"-1,-406-18 0,687 18 16,72 0 47,-124 353-63,123-318-15,-17 142 15,17-177 47,-52 0-47</inkml:trace>
  <inkml:trace contextRef="#ctx0" brushRef="#br0" timeOffset="141367.28">25259 7497 0,'0'70'78,"35"54"-47,-35-89-31,18 0 0,52 89 47,-52-89-16,176-176 0,-159 88-15,124-159 31,-35 177-16,-54 35 16</inkml:trace>
  <inkml:trace contextRef="#ctx0" brushRef="#br0" timeOffset="142918.68">22719 16104 0,'18'0'32,"70"0"-1,-35 0-31,35 0 31,-53 0 16</inkml:trace>
  <inkml:trace contextRef="#ctx0" brushRef="#br0" timeOffset="144612.87">23354 16104 0,'18'0'125,"34"0"-94,1 0-31,177 0 31,228-53 16,-281 53 0,-19 53-16,-140 0 16,-18-35 0,0-53-16,35-71 16,195 35-16,69 36 16,-246 17-31,53 18 15,-35 0 0,-54 0 125,1 0-140,0 0 31,-1 0 15</inkml:trace>
  <inkml:trace contextRef="#ctx0" brushRef="#br0" timeOffset="147030.51">26441 15628 0,'35'18'47,"-17"405"0,-1-405-16,-17-36 16,0-141-31</inkml:trace>
  <inkml:trace contextRef="#ctx0" brushRef="#br0" timeOffset="147333.68">26652 15434 0,'0'-18'31,"18"265"32,-18 18-16,0-247-47,0-1 31,-18-17 16</inkml:trace>
  <inkml:trace contextRef="#ctx0" brushRef="#br0" timeOffset="147700.32">26211 15963 0,'36'-53'31,"-1"36"-31,177-36 31,35-35 16,-124 52 0,-105 36-16</inkml:trace>
  <inkml:trace contextRef="#ctx0" brushRef="#br0" timeOffset="148084.15">26511 15928 0,'194'-35'94,"53"-54"-63,-212 54 16</inkml:trace>
  <inkml:trace contextRef="#ctx0" brushRef="#br0" timeOffset="148626.99">27340 14922 0,'0'0'47,"53"547"-47,-35-317 47,17-213-16,89-140 16,70 123 0,-124 194-16,-140-71 16,-107-123-16,142-35 32,35-36-63</inkml:trace>
  <inkml:trace contextRef="#ctx0" brushRef="#br0" timeOffset="149922.56">27834 15540 0,'35'70'16,"18"54"31,106-124 0,-124-177-16,-35 160 16,71 334-16,-36 18 16,-70-229 0,-89-106-16,248-194 16,176-106-16,-194-123 16,-89-53 16,-17 441-48,0 193 48,-35 283-32,158-282 16,-105-159-47,141-18 47,-159-17-47,0-106 31,0 264 63,35-52-63,0-71-31,71-18 47,88-52 0,-123 70-47,105 17 31,-158 107 16,-89-36-16,-105-88 16,-36-106-16</inkml:trace>
  <inkml:trace contextRef="#ctx0" brushRef="#br0" timeOffset="150371.76">28346 15346 0,'53'0'63,"529"-194"-32,-512 176-31,-17 1 16,-35 17 15,35 0 47</inkml:trace>
  <inkml:trace contextRef="#ctx0" brushRef="#br0" timeOffset="159491.39">18115 15963 0,'0'0'0,"18"0"62,193 71-15,-158-54-47,159 1 47,-177-18-47,195 0 31,158-53 16,70 35-16,-52 18 16,0 0 0,-318 0-16,0 106 16,-88-88 0,0-36 78,406-35-78,-106 53 0,-36 0-16,-211 0-31,318 0 47,-36 0-16,-159 0 16,-141 0 0,124-17-16,-35-1 16,-107 18-16,1 0 16,70 0 0</inkml:trace>
  <inkml:trace contextRef="#ctx0" brushRef="#br0" timeOffset="170493.44">19720 16316 0,'0'-18'31,"0"-35"16,0 18-16,0 17 0,0 142 63,0 634-47,0-52 0,0-265-16,0-300 16,0-282 15</inkml:trace>
  <inkml:trace contextRef="#ctx0" brushRef="#br0" timeOffset="171246.41">19773 16210 0,'0'-18'31,"-247"160"16,53 52 0,194-177 62</inkml:trace>
  <inkml:trace contextRef="#ctx0" brushRef="#br0" timeOffset="171740.84">19685 16228 0,'0'0'16,"123"0"15,-70 0-15,159 141 15,0 18 0,-195-142 32,-17 1 46,0 0-93</inkml:trace>
  <inkml:trace contextRef="#ctx0" brushRef="#br0" timeOffset="190542.65">22648 15998 0,'18'0'78,"-18"371"-31,0-301-47,88 318 31,-70-299-15,141 316 15,-54-211 16,107-88-16,176-35 16,-335-71-47,70 0 31,-87-35 16,-89-71-16</inkml:trace>
  <inkml:trace contextRef="#ctx0" brushRef="#br0" timeOffset="191454.32">22754 16016 0,'-70'18'31,"-142"193"16,177-158-47,-71 141 47</inkml:trace>
  <inkml:trace contextRef="#ctx0" brushRef="#br0" timeOffset="191788.69">22595 16051 0,'18'-17'16,"158"52"15,265 159 16,-370-176 0,-36-18-16,-17 35-15</inkml:trace>
  <inkml:trace contextRef="#ctx0" brushRef="#br0" timeOffset="192622.65">24836 16951 0,'176'-18'31,"865"-88"16,-794 36 0</inkml:trace>
  <inkml:trace contextRef="#ctx0" brushRef="#br0" timeOffset="193504.5">24747 17004 0,'-17'53'31,"17"511"16,88 195-16,-88-424 16,0-176 0,35-54-16,-17-87 16,70 0-16,353-18 16,-265 0-47,477 0 47,-335 17-16,-36-17 16,-159 0-16,-105-123 16,-18-18-31</inkml:trace>
  <inkml:trace contextRef="#ctx0" brushRef="#br0" timeOffset="194030.59">26582 17039 0,'0'53'32,"53"459"-1,88 299 16,-124-652-47,1 123 31,17-229 16,-35-35-16</inkml:trace>
  <inkml:trace contextRef="#ctx0" brushRef="#br0" timeOffset="194750.03">24606 17498 0,'71'-36'31,"-1"19"-31,-211 70 0,741-194 31,88 70 16,-230 71-16,-228 0 16,-177 0 0,-36 0-47,36 18 31,-53 17 0</inkml:trace>
  <inkml:trace contextRef="#ctx0" brushRef="#br0" timeOffset="195452.31">25065 18662 0,'17'0'31,"125"-18"16,563-88-16,-581 71-15,246 18 15,-158 17 16,-124 0-16,-35 0 16,-36 0 0</inkml:trace>
  <inkml:trace contextRef="#ctx0" brushRef="#br0" timeOffset="199581.18">25012 17709 0,'0'-17'78,"88"158"-62,-70-53-16,35 212 47,-71-212-16,-388-70 16,406-142-16,18 107-15,388-195 15,-142 124 16</inkml:trace>
  <inkml:trace contextRef="#ctx0" brushRef="#br0" timeOffset="200782.34">25506 17657 0,'-71'70'16,"142"-140"-16,-248 440 31,177-317 16,106-141 0,-106 35-47,18-71 31,-18 107 16,35 70-16,36 141 16,-18-194-16,70-194 32,-105 158-32,17 72 16,-35-1-47,18 53 47,52-247 31,-52 159-31,52 36-16,1 34 16,35-105 0,-71-177-16,-35 195 16,0 34 0,0 36-47,18 18 31,105-71 16,-105 0-47,17 0 31,-70 0 47</inkml:trace>
  <inkml:trace contextRef="#ctx0" brushRef="#br0" timeOffset="201037.93">25647 17533 0,'0'-18'78</inkml:trace>
  <inkml:trace contextRef="#ctx0" brushRef="#br0" timeOffset="201293.69">26899 17815 0,'0'-17'15,"18"17"63</inkml:trace>
  <inkml:trace contextRef="#ctx0" brushRef="#br0" timeOffset="201501.57">27270 17798 0,'0'0'0,"17"0"31,107 0 16</inkml:trace>
  <inkml:trace contextRef="#ctx0" brushRef="#br0" timeOffset="201709.66">28099 17851 0,'0'-18'47</inkml:trace>
  <inkml:trace contextRef="#ctx0" brushRef="#br0" timeOffset="204741.88">24359 17604 0,'36'17'94,"-36"265"-63,0-211-31,-36-18 47,1-35-16,17-18 47,124 17-31,-106 36-47,71 247 63,-54-106-32,-17-159 16</inkml:trace>
  <inkml:trace contextRef="#ctx0" brushRef="#br0" timeOffset="214708.63">24236 17445 0,'0'-18'531,"0"1"-453,70 69-31,-34-34-47,52 70 31,-53-70 16,0 0-16,-17-18 16,0-18 0,-18-53-16</inkml:trace>
  <inkml:trace contextRef="#ctx0" brushRef="#br0" timeOffset="-213457.76">24324 17321 0,'-35'89'109,"-106"122"-78,123-193-15,0-18 93</inkml:trace>
  <inkml:trace contextRef="#ctx0" brushRef="#br0" timeOffset="-213122.4">24112 17339 0,'18'18'94,"35"-1"-47,17 36-16,-17-53 16</inkml:trace>
  <inkml:trace contextRef="#ctx0" brushRef="#br0" timeOffset="-212754.3">24395 17286 0,'-124'229'78,"71"-105"-31</inkml:trace>
  <inkml:trace contextRef="#ctx0" brushRef="#br0" timeOffset="-212370.54">24165 17445 0,'0'-18'47,"141"71"-16,0 35 16,-105-88-16,-19 0-15,19 0 15,-19 0-15</inkml:trace>
  <inkml:trace contextRef="#ctx0" brushRef="#br0" timeOffset="-212004.2">24571 17392 0,'-265'123'47,"36"1"0</inkml:trace>
  <inkml:trace contextRef="#ctx0" brushRef="#br0" timeOffset="-211714.16">24095 17480 0,'88'0'47,"106"71"-16</inkml:trace>
  <inkml:trace contextRef="#ctx0" brushRef="#br0" timeOffset="-210758.02">23160 17004 0,'35'35'31,"-70"-70"-31,88 405 47,-53-334-16,0-195 16,0-194-16,53 194 16,17 124 0,89 300 0,-159-160 0,-106-69-16,89-36-31,-54 0 47,53 0 0,18 35-16</inkml:trace>
  <inkml:trace contextRef="#ctx0" brushRef="#br0" timeOffset="-209296.99">23954 16898 0,'70'0'125,"177"0"-94,-88 88 0,-106 36 16,88 140 0,-141-140-16,0-1 16,-124 18-16,89-105-15,0 87 15,0-105-31,35-1 47,35 1 47,159-89-63,-88 19 16,-106 34 78</inkml:trace>
  <inkml:trace contextRef="#ctx0" brushRef="#br0" timeOffset="-208706.97">24606 17709 0,'71'0'94,"35"-17"-63,-106 70 63,0 141-47,-71 53 0,71-230 0</inkml:trace>
  <inkml:trace contextRef="#ctx0" brushRef="#br0" timeOffset="-202675.74">25559 17268 0,'-141'-35'47,"-195"35"0,-16 0-16,-89 53 16,388-18-47,-265 142 47,36 140-16,212-140 16,70 123-16,52-195-15,248 160 15,106-71 16,352-88 0,-17-106-16,-317-106 0,211-53 16,-547 124-47,176-89 47,-228 19 0,-36-125 0,-124 1 0,89 194-47,-89-124 31,1 0 16,-89 71-16,-211 35 16,0 53-16</inkml:trace>
  <inkml:trace contextRef="#ctx0" brushRef="#br0" timeOffset="-190003.39">27905 6156 0,'0'0'0,"106"35"31,-54 53 16,54 124-16,-53-177 16</inkml:trace>
  <inkml:trace contextRef="#ctx0" brushRef="#br0" timeOffset="-182922.84">20937 9560 0,'-53'-35'31,"-176"-36"0,-124 71 16,-105 0 0,370 0-47,-195 36 31,-34 140 16,299 18-16,18 159 16,229 17 0,354 18-16,-284-299 16,125-72-16,-318-17-15,158-106 15,-105-70 32,-18-142-32,-123 72 16,-18-1-16,0 35 16,-18 177-47,-123-212 47,-18 176-16,71 71 16,0 35-31</inkml:trace>
  <inkml:trace contextRef="#ctx0" brushRef="#br0" timeOffset="-178086.21">19491 14781 0,'0'-35'32,"-106"-71"-17,-158 36 32,-36 70 0,194 0-47,-212 35 31,213 36-15,-178 87 15,160 72 16,88 17-16,35-36 16,70-17 0,159 36-16,36-125 32,211-52-32,-352-53-31,176 0 47,70 0-16,53 0 16,-140-70 0,-54-89-16,-123 36 16,-106 105-47,35-70 47,-35-36-16,-53-70 16,-88-70-16,-53 70 16,-106 52-16,53 90 32,177 16-32,17 89 16</inkml:trace>
  <inkml:trace contextRef="#ctx0" brushRef="#br0" timeOffset="-176330.47">23424 14676 0,'0'-18'47,"-317"18"16,246 35-48,1 18 32,35 53 16,17 35-32,18-106 16,-18 36-16,18-18 16,0-18 0,-17-17-16,-1-18-15</inkml:trace>
  <inkml:trace contextRef="#ctx0" brushRef="#br0" timeOffset="-175786.43">22684 15028 0,'0'36'62,"53"140"-31,-36-123-15,18-35 15,-35-36 32,89-88-32,69 53 16,-17 0-16</inkml:trace>
  <inkml:trace contextRef="#ctx0" brushRef="#br0" timeOffset="-151795.15">25982 17216 0,'0'0'0,"-70"-18"47,-213 18 0,1 0 0,53 0-16,-36 106 0,124 70 16,35 106 0,18-35 0,88-70 0,0-71-16,0-71-15,0 88 15,247 142 16,35-106-16,177-71 16,-389-88-47,336 0 47,-353 0-47,282 0 31,212-18 16,-212-52-16,0-19 16,-176-52-16,-159-70 32,-88-36-32,-71 53 0,-88 35 32,88 71-32,-35 17 16,-70 18 0,-54 36-16,-35-1 16,-105 18-16,140 0 16,265 0-47,0 35 47,36-35-16,-1 53 16,-17-18-16,35-17 1</inkml:trace>
  <inkml:trace contextRef="#ctx0" brushRef="#br0" timeOffset="-141827.08">27287 16104 0,'0'124'109,"0"229"-93,89 176 15,-89-318 0,0-158 16,-159 18-16,124-71-15,-107 106 15,54-71 16,71-17 31</inkml:trace>
  <inkml:trace contextRef="#ctx0" brushRef="#br0" timeOffset="-141332.35">26952 17339 0,'-35'265'109,"35"-230"-62,18 0-16,158 18 16,-88 0 0,-35 35-16,-35 36 0</inkml:trace>
  <inkml:trace contextRef="#ctx0" brushRef="#br0" timeOffset="-91710.35">29157 16598 0,'0'-17'31,"18"-1"16,458-17-16,653 17 32,-953 18-32</inkml:trace>
  <inkml:trace contextRef="#ctx0" brushRef="#br0" timeOffset="-90672.84">29439 16792 0,'0'18'94,"0"405"-47,71 283-16,-1-195 16,-70-387 0,0-36 0,18-35 0,17 35-16,-35-70 16,89-18 0,228-53-16,300 53 16,-511 0-47,141-18 31,-194 0 16,-35 18 0,-18-176-31</inkml:trace>
  <inkml:trace contextRef="#ctx0" brushRef="#br0" timeOffset="-89794.7">30780 16581 0,'106'229'47,"70"441"0,-35-88 0,-17-158-16,-124-178 16,0-140-16,0-70-15,0-19 15,0 1 16</inkml:trace>
  <inkml:trace contextRef="#ctx0" brushRef="#br0" timeOffset="-87704.81">29422 17251 0,'17'0'156,"54"-53"-125,105 35 16,177-17 0,-88 35-16,-36 0 16,71-35 0,-124 17-16,-141 18 16,-17 0 31,0 0-62</inkml:trace>
  <inkml:trace contextRef="#ctx0" brushRef="#br0" timeOffset="-86954.77">28434 17127 0,'35'0'31,"177"159"0,-106-53 16,-71-88 0,-17-1-47,17-17 31,-18-88 0</inkml:trace>
  <inkml:trace contextRef="#ctx0" brushRef="#br0" timeOffset="-85754.45">28892 17163 0,'-105'0'62,"-36"176"-15,52-17-16,89-142 79,0-228-79,18 87 16,0 71-16,17 106 94,-35 177-78,18-195-16,-36-53 32,-70-105-32,0 52 0,52 54 16,36-1 31,194 18-31,-123 0-16,17 0 32,-35 0-32,-18 0 63</inkml:trace>
  <inkml:trace contextRef="#ctx0" brushRef="#br0" timeOffset="-82868.73">29016 17145 0,'0'0'16,"-88"71"46,105 70-15,36-106 0,-17-35 0,-1 0-47</inkml:trace>
  <inkml:trace contextRef="#ctx0" brushRef="#br0" timeOffset="-82534.47">29104 17145 0,'-17'71'63,"69"105"-16,19-123-16</inkml:trace>
  <inkml:trace contextRef="#ctx0" brushRef="#br0" timeOffset="-82326.72">29210 17127 0,'0'36'31,"0"34"0,0-52 16</inkml:trace>
  <inkml:trace contextRef="#ctx0" brushRef="#br0" timeOffset="-82089.07">29263 17074 0,'18'18'31,"-36"-36"-31,36 124 47,-18-53 0</inkml:trace>
  <inkml:trace contextRef="#ctx0" brushRef="#br0" timeOffset="-81834.58">29386 17110 0,'18'35'63,"-18"53"-32</inkml:trace>
  <inkml:trace contextRef="#ctx0" brushRef="#br0" timeOffset="-81036.49">29651 17692 0,'35'-71'31,"777"-52"16,-636 123-47,406-36 47,-282 36-16,-53 71 16</inkml:trace>
  <inkml:trace contextRef="#ctx0" brushRef="#br0" timeOffset="-80590.16">29139 18327 0,'265'-35'47,"599"-212"-16,-581 158 16,-178 89 0,-34 0-47,52 36 16</inkml:trace>
  <inkml:trace contextRef="#ctx0" brushRef="#br0" timeOffset="-80174.86">29263 18521 0,'511'-18'47,"-1022"36"-47,2063-106 47,-1428 35-47,-19 53 31</inkml:trace>
  <inkml:trace contextRef="#ctx0" brushRef="#br0" timeOffset="-79293.67">31380 17004 0</inkml:trace>
  <inkml:trace contextRef="#ctx0" brushRef="#br0" timeOffset="-76591.75">29192 17445 0,'-17'0'78,"-19"53"-31,89-53 0,88 35-16,-123-17 16,-53 17-16,-18 0-15,-35 18 15,52 35 16,266-52-16,-213-36 16,-34 53-16,-89-1 32,141 19-16,0-53-16,-105 35 16,35-36 0,35 107-16,17-1 16,-34-35-16,17-70 63,17 123-47,-17-123-47,0 17 31,0 0 16,0 1 31,36-36-62</inkml:trace>
  <inkml:trace contextRef="#ctx0" brushRef="#br0" timeOffset="-62169.99">3581 8237 0,'0'0'0,"158"-35"47,230 17 0,389 18-16,157 0 32,-722 0-63,741 0 47,34-176-16,-440 141 16,-159-1-16,-352 36-15,140-35 15,141 18 16,-193-19-16</inkml:trace>
  <inkml:trace contextRef="#ctx0" brushRef="#br0" timeOffset="-51212.38">16492 5891 0,'89'0'125,"157"0"-94,54 0 16,35 0-16,-264 0-15,123 0 15,-159 0-31,195 0 47,-54 0-16,-35 0 16,-70 0-16,-54 0-15,1 0 15,0 0 47,17 0 16</inkml:trace>
  <inkml:trace contextRef="#ctx0" brushRef="#br0" timeOffset="-45251.4">17974 5115 0,'0'36'47,"0"-19"0,71-70 31,511-405-47,-424 369-15,583-175 15,-600 246-31,971-229 47,-407 159-16,-652 88 16</inkml:trace>
  <inkml:trace contextRef="#ctx0" brushRef="#br0" timeOffset="-44756.67">22207 3263 0,'0'0'16,"-141"-17"15,106 17-15,-71 70 15,300 177 0,-35-35 32,-177-71-16,-52-141-47,-160 0 31,160-212 16,176 0-32</inkml:trace>
  <inkml:trace contextRef="#ctx0" brushRef="#br0" timeOffset="-43799.22">22666 2399 0,'18'0'47,"52"829"-16,18-212 16,-70-581-47,17-54 31,18-300 16,-18 265-47,-17-35 47,35 265 15,35-177-15,89-177 0,-142 142-16,0 194 16,36-71 16,-36-88-63,18-18 31,17-105 16,36 246 31,-35-105-31,-54-18-47,19 0 31,52-71 16,106-70-31</inkml:trace>
  <inkml:trace contextRef="#ctx0" brushRef="#br0" timeOffset="-43465.62">24289 3228 0,'0'0'16,"0"-35"31,-71 176 0,318 529-16,-247-423 0,-458-212 32,158-264-32,211 158-15</inkml:trace>
  <inkml:trace contextRef="#ctx0" brushRef="#br0" timeOffset="-43130.46">22102 2663 0,'158'-17'63,"54"-36"-63,811-123 31,-247-1 16,-176 177 0</inkml:trace>
  <inkml:trace contextRef="#ctx0" brushRef="#br0" timeOffset="-40875.15">25506 2716 0,'0'0'31,"0"406"-31,0 300 31,0-671 16,35-441-16,71 247 16,-36 159 0,-52 36-47,53 264 31,-1-212 16,124-159 0,-88-123 0,-71 406 31,1-177-31,34-211-16,-17 70 16,18 141 0,52 230 0,-70-230-16,35-317 0,-70 229-15,0 35 15,17 18 16,212 159-16,-212-141 16,53-107-16,0-140 16,-88 212-47,0-19 47,36 36-16,17-476 32,-53 88-32,0 1270 63,0-723-63,35-177 16,141-35 0,159 371-16,-317-142 16,-159-282-16,123-211 16,124 211-16,-35 106 16,-18 35-47,35 300 47,-88-264-16,0-124 16,17-318-16,36 354 1,247-36-1,-229 53-31,88-18 47,-124-123-16,-229 53 16,141 211 0,106 177-16,247-123 16,-265-195-16,-35-35 0</inkml:trace>
  <inkml:trace contextRef="#ctx0" brushRef="#br0" timeOffset="-27123.67">18891 5009 0,'0'-17'47,"-53"-36"-16,-35 53 0,-18 70 16,89-34-47,-107 52 47,107 0-16,-1-70 188</inkml:trace>
  <inkml:trace contextRef="#ctx0" brushRef="#br0" timeOffset="-26370.91">18415 5133 0,'18'88'141,"17"71"-94,-17-142 47,17-17-79,106-52 32,0-19 0</inkml:trace>
  <inkml:trace contextRef="#ctx0" brushRef="#br0" timeOffset="-16294.17">4075 12647 0,'-18'-18'78,"88"-17"-47,424 0 16,-35 35-16,-371 0-15,-53 0-16,283 0 31,-230 0-31,18 0 16,176 0 15,177 0 0,-389 0-15,177 0 15,106 0 16,-124 0-16,-176 0-31,88 0 47,106 0-16,-123 0 16,-18 0 0,-71 0-47,36 0 31,-1 0 32,1 0-32</inkml:trace>
  <inkml:trace contextRef="#ctx0" brushRef="#br0" timeOffset="-13593.07">12735 12488 0,'71'0'79,"317"0"-48,88-17 0,-405-19 16</inkml:trace>
  <inkml:trace contextRef="#ctx0" brushRef="#br0" timeOffset="-12330.42">1023 13441 0,'0'-18'47,"688"1"0,-35-19-16,-565 1 16</inkml:trace>
  <inkml:trace contextRef="#ctx0" brushRef="#br0" timeOffset="-11324.48">6667 13547 0,'0'0'0,"53"-36"47,741 36-16,-476 0 16</inkml:trace>
  <inkml:trace contextRef="#ctx0" brushRef="#br0" timeOffset="-10464.7">9155 13529 0,'441'-18'109,"52"18"-62,-404 0-16</inkml:trace>
  <inkml:trace contextRef="#ctx0" brushRef="#br0" timeOffset="-8371.17">2558 14182 0,'105'0'63,"142"0"-48,459 0 48,-565 0-63,529 0 31,-546-18-15,317 0 15,317 18 16,-617 0-47,124 0 31,0 0 16,-142 0-16,-105 0-15,17 0 15,35 0 16</inkml:trace>
  <inkml:trace contextRef="#ctx0" brushRef="#br0" timeOffset="-2739.27">5239 15222 0,'106'0'109,"335"-53"-78,-106 53 16,-124 0-16,-193 0-15,53 0 15,-36 0 16</inkml:trace>
  <inkml:trace contextRef="#ctx0" brushRef="#br0" timeOffset="3963.58">6844 16792 0,'88'-17'78,"406"17"-47,194 0 16,-88 0 0,-495 0-47,442 0 31,88 0 16,-123 0-16,-71 0 16,-71 0 0,-17 0 0,-106 0-16,-177 0 0,19 0 16,-19 0 0</inkml:trace>
  <inkml:trace contextRef="#ctx0" brushRef="#br0" timeOffset="8796.53">2258 17674 0</inkml:trace>
  <inkml:trace contextRef="#ctx0" brushRef="#br0" timeOffset="10875.66">3422 17745 0,'141'0'94,"829"0"-63,194 0 0,36 0 16,-900 0-47,1093 0 47,-758 0-16,-194 35 16,-370-35-16,-36 0 79,-17 18-95</inkml:trace>
  <inkml:trace contextRef="#ctx0" brushRef="#br0" timeOffset="155831.42">16951 8572 0,'18'0'94,"617"0"-47,-530 0-47,319 0 31,-160 0 32,54 0-32,-248 0 16,-52 0 0,88 18-16</inkml:trace>
</inkml:ink>
</file>

<file path=ppt/ink/ink49.xml><?xml version="1.0" encoding="utf-8"?>
<inkml:ink xmlns:inkml="http://www.w3.org/2003/InkML">
  <inkml:definitions>
    <inkml:context xml:id="ctx0">
      <inkml:inkSource xml:id="inkSrc0">
        <inkml:traceFormat>
          <inkml:channel name="X" type="integer" max="5760" units="cm"/>
          <inkml:channel name="Y" type="integer" max="2160" units="cm"/>
          <inkml:channel name="T" type="integer" max="2.14748E9" units="dev"/>
        </inkml:traceFormat>
        <inkml:channelProperties>
          <inkml:channelProperty channel="X" name="resolution" value="167.44186" units="1/cm"/>
          <inkml:channelProperty channel="Y" name="resolution" value="111.34021" units="1/cm"/>
          <inkml:channelProperty channel="T" name="resolution" value="1" units="1/dev"/>
        </inkml:channelProperties>
      </inkml:inkSource>
      <inkml:timestamp xml:id="ts0" timeString="2025-11-18T19:12:03.570"/>
    </inkml:context>
    <inkml:brush xml:id="br0">
      <inkml:brushProperty name="width" value="0.05292" units="cm"/>
      <inkml:brushProperty name="height" value="0.05292" units="cm"/>
      <inkml:brushProperty name="color" value="#FF0000"/>
    </inkml:brush>
  </inkml:definitions>
  <inkml:trace contextRef="#ctx0" brushRef="#br0">1711 5380 0,'35'0'78,"724"0"-15,123 0-32,-71 35 0,-211-35 16,-265 0 0,-265 0 0</inkml:trace>
  <inkml:trace contextRef="#ctx0" brushRef="#br0" timeOffset="2753.78">1676 6191 0,'88'-17'63,"582"-89"-32,124 106 0,-247 0 16,158 0-16,301 0 32,-177 0-16,-124 0 0,-581 0-47,246 0 31,-123 0 16,-194 0-47,247 0 31,70 0 16,-35 0-16,-52 0 16,-213 0-47,160 0 47,105 0-16,-230 0 16,-87 0-16,35 0 16,18 17 0,-71 1 250</inkml:trace>
  <inkml:trace contextRef="#ctx0" brushRef="#br0" timeOffset="13907.57">22913 1076 0,'53'0'172,"123"0"-141,36 0 0,52 0 16,-140 0-16,-54 0 16,-52 0 47</inkml:trace>
  <inkml:trace contextRef="#ctx0" brushRef="#br0" timeOffset="16450.21">16281 1640 0,'17'0'250,"19"-17"-204,-19 17 17,36 0-32,-35 0-15</inkml:trace>
  <inkml:trace contextRef="#ctx0" brushRef="#br0" timeOffset="22051.98">18362 1605 0,'18'0'297,"17"0"-281,18 0 15,53 0 0,0 0 16,-18 0 0,35 0-16,36 18 16,-53-18-16,-53 0 16,17 0 0,18 0-16,-70 0-31,17 0 47,1 0 0,-1 0 0,18 0 0</inkml:trace>
  <inkml:trace contextRef="#ctx0" brushRef="#br0" timeOffset="26118.47">22754 1058 0,'-17'-17'188,"-107"-1"-157,71 18-15,-264 0 15,105 0 16,18 0 0,141 0-47,-141 0 31,-88 0 16,123 0-16,-35 35 16,53 1 0,106-1-16,-18-17 16</inkml:trace>
  <inkml:trace contextRef="#ctx0" brushRef="#br0" timeOffset="26918.97">20708 970 0,'-53'53'62,"18"123"-15,35-140-16,17-19 47,89-34-31,-70-1-31,69-35 15,-34 18 16</inkml:trace>
  <inkml:trace contextRef="#ctx0" brushRef="#br0" timeOffset="32330.85">21308 1764 0,'17'0'157,"1"0"-142,106-18 32,-36-17 0,53 35-16,88 0 16,-35 106-16,-141-36 16,-53-52 0,0-89 62,18 36-77,193-18-17,36 36 48,-194 17-32,0-18 16,-18 0 0</inkml:trace>
  <inkml:trace contextRef="#ctx0" brushRef="#br0" timeOffset="70408.27">20443 6138 0,'18'0'94,"17"0"-63,54 0 16,-19 0 0,18 0-16,18 0 16,-35 0 0,52 0-16,1 0 16,-71 0 0,17 0-16,89 0 16,-89 0-16,89 0 16,18 0 0,70 0 0,-106 0 0,-36 0-16,-87 0-15,88 0 15,17 0 16,-34 0-16,69 0 16,36 0-16,-53 0 16,-105 0-47,70 0 47,88 0 0,-53 0-16,-53 0 0,-35 0 16,53 0 0,-53 0-16,17 0 32,36 0-32,-35 0 16,-19 0 0,72 18-16,-71-18 16,0 0-16,-18 0 16,36 0 0,-36 0-16,53 0 16,-17 0-16,-54 0 16,1 0 0</inkml:trace>
  <inkml:trace contextRef="#ctx0" brushRef="#br0" timeOffset="73085.06">26405 4833 0,'0'-18'78,"-53"1"-63,36 17-15,-54-36 63,-105 1-32,17 18 16,71 17 0,35 0-47,0 70 31,-53 71 16,-35 71 0,124-194-47,-36 123 47,53-88-16,0-36 16</inkml:trace>
  <inkml:trace contextRef="#ctx0" brushRef="#br0" timeOffset="73913.85">25312 4957 0,'53'211'78,"17"-34"-31,-70-142-16,18-35 110,0 0-110,123-35 0,-124 17 16,1 18-47,35 0 47,-18-18-16</inkml:trace>
  <inkml:trace contextRef="#ctx0" brushRef="#br0" timeOffset="81209.11">28875 4445 0,'0'0'0,"0"-18"16,0 1 31,-141 17-16,-212 194 16,106 264 0,176-211-16,71-229 16</inkml:trace>
  <inkml:trace contextRef="#ctx0" brushRef="#br0" timeOffset="81960.88">27993 5027 0,'0'247'125,"70"-71"-78,-34-193 31,34-54-47,142-17 16,-36 17 0,-123 71-16</inkml:trace>
  <inkml:trace contextRef="#ctx0" brushRef="#br0" timeOffset="84282.35">29051 3616 0,'18'71'47,"-18"281"0,0-211-16,0-123 16</inkml:trace>
  <inkml:trace contextRef="#ctx0" brushRef="#br0" timeOffset="84585.27">29228 3581 0,'53'317'47,"-1"-70"-16,-52-229 32</inkml:trace>
  <inkml:trace contextRef="#ctx0" brushRef="#br0" timeOffset="85032.92">28875 3969 0,'0'0'16,"106"-36"78,229-16-63,-318 52 16,72 0-16</inkml:trace>
  <inkml:trace contextRef="#ctx0" brushRef="#br0" timeOffset="85578.23">29686 3298 0,'53'159'47,"-53"-124"16,71 142 15,-71-1-31,0-88-16,-18-70 63</inkml:trace>
  <inkml:trace contextRef="#ctx0" brushRef="#br0" timeOffset="86041.64">28822 4127 0,'88'-35'47,"-35"35"-47,317-17 31,-52 17 16,-318-18-16</inkml:trace>
  <inkml:trace contextRef="#ctx0" brushRef="#br0" timeOffset="86537.68">29898 3669 0,'194'-18'62,"106"54"1,-300 69-32,-194-16 0,123-89 16,54-18 0,17-17-47,0 17 16</inkml:trace>
  <inkml:trace contextRef="#ctx0" brushRef="#br0" timeOffset="87783.22">30409 3475 0,'18'-18'31,"35"53"16,106 107 0,-71-248 0,-53 35-16,0 71 16,160 670 0,-160-405-16,-53-565 63,71-423-63,-35 600-31,52-318 47,-70-53-16,0 988 47,71 88-31,52-477 0,107-316-16,-230 123 16,-36 70 0,1 18-31,17 88 15,177-53 16,194-35-16,-194 71 16,-159 0 0,-36 17-16,19-88-31,-160 0 47,107 0-47</inkml:trace>
  <inkml:trace contextRef="#ctx0" brushRef="#br0" timeOffset="88086.71">30833 2893 0,'17'-53'31,"689"-35"0,-336 88 32</inkml:trace>
  <inkml:trace contextRef="#ctx0" brushRef="#br0" timeOffset="112866.49">17145 6914 0</inkml:trace>
  <inkml:trace contextRef="#ctx0" brushRef="#br0" timeOffset="114864.57">20214 6932 0,'18'-18'62,"176"18"-46,123 0 15,-281 0 16</inkml:trace>
  <inkml:trace contextRef="#ctx0" brushRef="#br0" timeOffset="115586.12">24836 6932 0,'52'0'62,"213"0"-46,335 0 15,-389 0 16,-158 0-31</inkml:trace>
  <inkml:trace contextRef="#ctx0" brushRef="#br0" timeOffset="116418.01">30198 6914 0,'0'18'32,"159"-36"-17,440 1 32,-228 17-16</inkml:trace>
  <inkml:trace contextRef="#ctx0" brushRef="#br0" timeOffset="122002.2">30956 5133 0,'0'106'109,"0"0"-93,36-1 31,52-87-16,106-18 16,-159 0-16</inkml:trace>
  <inkml:trace contextRef="#ctx0" brushRef="#br0" timeOffset="122369.63">30992 5380 0,'0'-18'31,"17"-17"0,107-36 0,-71 71 32,-36 0-16</inkml:trace>
  <inkml:trace contextRef="#ctx0" brushRef="#br0" timeOffset="122705.56">30850 5151 0,'0'0'0,"124"0"31,176 0 16,-89 0-16,1 17 16</inkml:trace>
  <inkml:trace contextRef="#ctx0" brushRef="#br0" timeOffset="123249.92">31785 5151 0,'-88'105'47,"35"-34"-47,36 105 31,175-70 32,1-159-48,-159-141 48,-53 88-32,-106 89 16,124 17-47,0 0 16,-53 88 15,105 35 0,142-87 0</inkml:trace>
  <inkml:trace contextRef="#ctx0" brushRef="#br0" timeOffset="123585.51">32262 5151 0,'35'299'15,"-70"-598"-15,123 881 47,-53-547-16,-35-282 32,-53 88-63</inkml:trace>
  <inkml:trace contextRef="#ctx0" brushRef="#br0" timeOffset="123871.82">32191 5133 0,'0'-35'31,"123"-18"16,248-18 0,-336 54-16</inkml:trace>
  <inkml:trace contextRef="#ctx0" brushRef="#br0" timeOffset="124243.31">32332 5468 0,'18'0'31,"-1"0"-15,213-53 15,-177 53-31,70 0 31,-105 0 47</inkml:trace>
  <inkml:trace contextRef="#ctx0" brushRef="#br0" timeOffset="128450.13">20708 7391 0,'-18'-18'31,"18"106"0,0-35-15,-17 124 15,-36-125 16,-176-34-16,-248-18 16,407 0-47,34 0 47,19 0 62</inkml:trace>
  <inkml:trace contextRef="#ctx0" brushRef="#br0" timeOffset="129041.08">19861 7514 0,'-53'35'62,"-70"71"-15,123-88-47,0 0 78,141 105-31,-17 0-16,-124-87 16,17-36 0,1 17 0,-1 1-47</inkml:trace>
  <inkml:trace contextRef="#ctx0" brushRef="#br0" timeOffset="155785.48">16528 9560 0,'0'-35'78,"17"35"-62,142 0 15,194 0 16,-283 0-47,89 0 47,-18 0-16,-53 0 16,-17 0-16</inkml:trace>
  <inkml:trace contextRef="#ctx0" brushRef="#br0" timeOffset="157546.01">18486 10283 0,'70'0'94,"195"0"-63,-177 0-31,423 0 31,407 0 16,-460 0 0,-52 0 0,-265 0-47,141 0 31,-158 0 16</inkml:trace>
  <inkml:trace contextRef="#ctx0" brushRef="#br0" timeOffset="162784.5">18433 11818 0,'-18'-18'31,"141"-17"16,-70 17-16,0 18 16,0 0-16,-35 0 16</inkml:trace>
  <inkml:trace contextRef="#ctx0" brushRef="#br0" timeOffset="163714.45">18362 12400 0,'0'-18'16,"18"1"15,158 17 16,53 0-16,-211 0 16</inkml:trace>
  <inkml:trace contextRef="#ctx0" brushRef="#br0" timeOffset="164546.99">18538 13017 0,'53'0'110,"88"0"-95,-105 0 1,-19 0 15,19 0 16,-19 0-16</inkml:trace>
  <inkml:trace contextRef="#ctx0" brushRef="#br0" timeOffset="186456.37">21272 13988 0,'18'-36'47,"123"36"-16,-123 0-15,105 0 15,-105 0 16</inkml:trace>
  <inkml:trace contextRef="#ctx0" brushRef="#br0" timeOffset="187337.39">21325 13353 0,'0'-36'78,"-17"-34"-31,-54 52-16,-52 1 16,-89 17 0,-17 105-16,211-69-31,-35 34 47</inkml:trace>
  <inkml:trace contextRef="#ctx0" brushRef="#br0" timeOffset="188376.2">26547 12400 0,'0'-18'63,"934"18"-32,89 0 16,-705-70-16,-283 70-15</inkml:trace>
  <inkml:trace contextRef="#ctx0" brushRef="#br0" timeOffset="190580.72">26423 12418 0,'35'176'63,"54"953"-32,34 53 16,-123-159 0,0-847-47,0 424 31,0-547-31,0 123 47,0-158-16,71-18 94,-1-18-109,865-140 15,335 122 16,-564 1-16,-195-18 32,-476 53-63,89-35 31,-89 17 16,-35-35 31,35-105-31,-35 87-47,0-370 31,-105-582 16,-90 335 0,143 159-16,-19 141 16,18 106-16,53 246-31,-18-122 47,-52-89-16,17 105 16,35 107 0,-35 35 109,-105 0-140,-107-17 31,106 17-16,124 0-31,-124 17 47,71 36 0</inkml:trace>
  <inkml:trace contextRef="#ctx0" brushRef="#br0" timeOffset="191907.47">26582 12700 0,'17'0'63,"142"141"-32,-124-88 16</inkml:trace>
  <inkml:trace contextRef="#ctx0" brushRef="#br0" timeOffset="192290.87">26811 12700 0,'-53'18'31,"-123"211"0,176-194-15,-18 18 15,53-53 47</inkml:trace>
  <inkml:trace contextRef="#ctx0" brushRef="#br0" timeOffset="193456.35">26864 12718 0,'53'70'297,"-18"36"-281,36 17 15,-71-105 16,0-36 31,0 1-47</inkml:trace>
  <inkml:trace contextRef="#ctx0" brushRef="#br0" timeOffset="194113.77">27040 12771 0,'-17'0'78,"-36"35"-31,53-18-47,-35 1 78,-18 17-31,-18 18-16,53-53 110</inkml:trace>
  <inkml:trace contextRef="#ctx0" brushRef="#br0" timeOffset="194785.73">27076 12788 0,'0'0'0,"35"35"47,-35 71-16,18-70 63,-1-36-63,71-18 16,124 0-16,-194 18-15,-1 0 15</inkml:trace>
  <inkml:trace contextRef="#ctx0" brushRef="#br0" timeOffset="196241.14">27711 12665 0,'0'0'0,"-18"0"31,-88 17 0,36 89 16,70-18 0,17-35-16,124-53 16</inkml:trace>
  <inkml:trace contextRef="#ctx0" brushRef="#br0" timeOffset="196751.59">27869 12753 0,'-52'53'47,"-1"70"-16,53-105 47,17-18 0</inkml:trace>
  <inkml:trace contextRef="#ctx0" brushRef="#br0" timeOffset="197087.01">27852 12718 0,'88'53'47,"35"158"-16,-87-176 16</inkml:trace>
  <inkml:trace contextRef="#ctx0" brushRef="#br0" timeOffset="197372.98">27781 12876 0,'53'0'47,"176"-17"-16,-176-1-15</inkml:trace>
  <inkml:trace contextRef="#ctx0" brushRef="#br0" timeOffset="197659.3">28187 12700 0,'0'123'47,"18"36"16,-1-124-32,1-52 0</inkml:trace>
  <inkml:trace contextRef="#ctx0" brushRef="#br0" timeOffset="197995.17">28346 12700 0,'17'194'62,"36"-35"-15,-53-142-47,0 19 31,0-19 0</inkml:trace>
  <inkml:trace contextRef="#ctx0" brushRef="#br0" timeOffset="198411.56">28152 13017 0,'0'-35'31,"105"35"16,37-70-16,-107 52-31,-17 0 78</inkml:trace>
  <inkml:trace contextRef="#ctx0" brushRef="#br0" timeOffset="198748.06">28628 12629 0,'0'53'47,"18"141"0,-1-123-16,-17-1-15</inkml:trace>
  <inkml:trace contextRef="#ctx0" brushRef="#br0" timeOffset="199115.94">28646 13511 0,'17'0'16,"-34"0"-16,52 0 0,-18-17 31,-17-1-15,0-17-16,0-106 31,0 105 16,-70 36-16,52 53 32,36-17-63</inkml:trace>
  <inkml:trace contextRef="#ctx0" brushRef="#br0" timeOffset="201418.43">28840 12753 0,'70'53'63,"54"70"-32,-107-87-31,1-36 31,0 17 32</inkml:trace>
  <inkml:trace contextRef="#ctx0" brushRef="#br0" timeOffset="201753.25">29069 12735 0,'-88'18'31,"176"-36"-31,-300 195 31,212-195 94</inkml:trace>
  <inkml:trace contextRef="#ctx0" brushRef="#br0" timeOffset="201991.55">28857 12788 0,'0'177'62</inkml:trace>
  <inkml:trace contextRef="#ctx0" brushRef="#br0" timeOffset="202246.61">28751 12823 0,'18'-52'31,"35"52"-31,194-18 47,-194 0-16</inkml:trace>
  <inkml:trace contextRef="#ctx0" brushRef="#br0" timeOffset="208873.32">22807 10971 0,'0'-35'78,"0"17"-62,194-70 31,282-18-16,-193 71 16,140 35-16,265 0 16,-88 106 0,-177 70-16,-17 54 16,70 105-16,-423-282-15,35 53 15,0 141 32,-70-195-63,17 72 15,-35-89 32</inkml:trace>
  <inkml:trace contextRef="#ctx0" brushRef="#br0" timeOffset="209545.31">26864 12047 0,'176'159'109,"-140"-141"-78,17-36 63,35-123-47,-35 53 0,0 17-16,-36 71 16,19 0-16</inkml:trace>
  <inkml:trace contextRef="#ctx0" brushRef="#br0" timeOffset="-214619.27">29298 10760 0,'-17'0'16,"-442"53"31,-229 352 0,353-70 0,317-299-47,1 34 31,-1-52 47</inkml:trace>
  <inkml:trace contextRef="#ctx0" brushRef="#br0" timeOffset="-214128.61">27658 11324 0,'35'0'15,"18"194"32,-35 0 0,17-176 31,194-18-47,-176-18-15,0 18 15,0 0 16,-18 0-16</inkml:trace>
  <inkml:trace contextRef="#ctx0" brushRef="#br0" timeOffset="-213505.67">29087 9984 0,'17'0'31,"-17"229"16,0-35-16,0-159 16</inkml:trace>
  <inkml:trace contextRef="#ctx0" brushRef="#br0" timeOffset="-212867.63">29316 9543 0,'0'388'47,"53"-106"0,-36-264-47,1-1 31,123-158 16,-141-18-16,0 142 32,-18 17-32,-17 194 0,194-88 16,-18-195-16</inkml:trace>
  <inkml:trace contextRef="#ctx0" brushRef="#br0" timeOffset="-212373.51">29968 9543 0,'18'264'63,"17"-176"-63,54 230 15,-72-18 48,-17-283-63,-106-17 31,36-299 16,176-19 0,123 142-16,-158-142 16</inkml:trace>
  <inkml:trace contextRef="#ctx0" brushRef="#br0" timeOffset="-210713.04">30357 9313 0,'-18'141'32,"0"124"-1,106-247 0,-70-18-15,70-53 15,-88-159 16,0-88-16,0 36 16,0 246-16,18 177 16,70 282 0,-70-318 0,-1-105 0,89-265-16,-88 212-15,35-1 15,106 142 16,-142 88-16,-34-159 16,87-176 31,36-211-31,-106 246-47,-18-423 47,1 440-47,-54-87 31,53 229 16,-17 670-16,123-352 16,53-336 0,-105-35-47,87-124 47,-123 71-47,18-123 31,-18 123 0,-88 141 16,158 71 0,212-141 0,-52-248 0,-142 125-16,141 210 16,-17 195-16,-265-247 16,-35-53-47,-336 0 47,213 0-31</inkml:trace>
  <inkml:trace contextRef="#ctx0" brushRef="#br0" timeOffset="-209255.14">28892 9842 0,'36'0'78,"-19"0"-62,1-35 15,-18-35 16,-123 70-16,52 0 16,71 70 0,88 1-16</inkml:trace>
  <inkml:trace contextRef="#ctx0" brushRef="#br0" timeOffset="-207545.26">29810 9525 0,'-53'0'31,"-18"18"0,54-1-15,-19 54 15,36-36 32,124-17-32,-54-18 16,1 0 0</inkml:trace>
  <inkml:trace contextRef="#ctx0" brushRef="#br0" timeOffset="-193455.38">22066 1711 0,'159'0'110,"264"0"-79,-229 0 0,-247 0 94</inkml:trace>
  <inkml:trace contextRef="#ctx0" brushRef="#br0" timeOffset="-191253.49">21943 1852 0,'300'-35'47,"264"-36"0,-440 71 0,-283 0 62,-547 0-62,530 0 0,423 0 62,53-17-93,-177 17-16,106-53 31,-299 53 79,-195 17-95,177-17-15,-141 53 47,317-35 78,177 0-109,158 70 15,-688-71 47,-334 54-31,563-71 0,89 0-16,71 0-15,581 0 15,-405 0 16,-459 0 47,-176 0-79,247 0 1,-88 18 31,176-36 78,229 0-94,-211 1 16,-265-36-16,-106 53 16,776 0 62,18 0-93,-353-18 31,-387 18 31,16 0-47</inkml:trace>
  <inkml:trace contextRef="#ctx0" brushRef="#br0" timeOffset="-172295.73">26705 13370 0,'18'36'78,"0"34"-62,34 124 15,19 88 16,-71-264-47,35 88 47</inkml:trace>
  <inkml:trace contextRef="#ctx0" brushRef="#br0" timeOffset="-171752.68">26864 14058 0,'0'0'31,"-71"35"16,89 18 0,35-53 0,-53-17-16,-106 17 0,71 17 16,35 72 0,18-89-31</inkml:trace>
  <inkml:trace contextRef="#ctx0" brushRef="#br0" timeOffset="-170953.73">27093 13458 0,'0'124'78,"0"105"-31,0-211 0,0-36-31</inkml:trace>
  <inkml:trace contextRef="#ctx0" brushRef="#br0" timeOffset="-170665.22">27199 13441 0,'18'141'62,"35"35"-15,-53-158 31</inkml:trace>
  <inkml:trace contextRef="#ctx0" brushRef="#br0" timeOffset="-170296.01">26952 13600 0,'177'-106'62,"87"0"-15,-246 106 0</inkml:trace>
  <inkml:trace contextRef="#ctx0" brushRef="#br0" timeOffset="-169879.2">27076 13635 0,'106'0'93,"-18"0"-46,-18 0 0,-17-18-16</inkml:trace>
  <inkml:trace contextRef="#ctx0" brushRef="#br0" timeOffset="-167828.13">27570 13476 0,'0'-18'93,"0"1"-77,158-36 15,-17 53 16,-141 18-16,-141 105 16,88-88 0,36 1-16,17 16 16,0-16 0,0 34 0,17 19-16</inkml:trace>
  <inkml:trace contextRef="#ctx0" brushRef="#br0" timeOffset="-167414.93">27605 14252 0,'0'0'15,"53"-53"48,-53-35-32,0 53 16,-18 52 0,18 36-16,106-70 16</inkml:trace>
  <inkml:trace contextRef="#ctx0" brushRef="#br0" timeOffset="-166295.7">28063 13458 0,'0'-17'62,"-52"17"-15,-19 106-16,71 35 16,0-71 0,123-70 0,-70 0 0,-53-17-32</inkml:trace>
  <inkml:trace contextRef="#ctx0" brushRef="#br0" timeOffset="-165496.62">28275 13511 0,'18'-17'31,"-18"140"0,-36 1 0,36-89-15,-17-35 62,17-71-31,0 18-47,17-88 47,1 106-32,70 70 95,36 142-79,-89-124 16,-17-18 0</inkml:trace>
  <inkml:trace contextRef="#ctx0" brushRef="#br0" timeOffset="-165160.3">28328 13705 0,'176'-17'78,"-105"17"-31</inkml:trace>
  <inkml:trace contextRef="#ctx0" brushRef="#br0" timeOffset="-164743.83">28892 13794 0</inkml:trace>
  <inkml:trace contextRef="#ctx0" brushRef="#br0" timeOffset="-153127.46">26776 14482 0,'0'17'47,"17"371"-16,-17-370-15,18 35 15,-18-177 16,0 71-31</inkml:trace>
  <inkml:trace contextRef="#ctx0" brushRef="#br0" timeOffset="-152839.85">26864 14464 0,'18'18'63,"52"211"-32,-70-159 16,0-34-16</inkml:trace>
  <inkml:trace contextRef="#ctx0" brushRef="#br0" timeOffset="-152456.64">26793 14817 0,'106'-53'109,"35"0"-78</inkml:trace>
  <inkml:trace contextRef="#ctx0" brushRef="#br0" timeOffset="-151908.65">27252 14358 0,'35'-35'47,"-70"70"-47,88-35 203,-71 406-172,18-371-15,0 18 15</inkml:trace>
  <inkml:trace contextRef="#ctx0" brushRef="#br0" timeOffset="-151496.08">27323 15311 0,'17'0'16,"-34"0"-16,87 0 47,-52-71 31,-36 53-31,1 18-16,52 18 16</inkml:trace>
  <inkml:trace contextRef="#ctx0" brushRef="#br0" timeOffset="-151128.06">27640 14235 0,'18'141'47,"-18"70"0,0-175-47,0 122 47,0-87-47</inkml:trace>
  <inkml:trace contextRef="#ctx0" brushRef="#br0" timeOffset="-150794.31">27781 15169 0,'0'0'16,"-17"0"62,17-17-31,-53 17 0,53 53-16</inkml:trace>
  <inkml:trace contextRef="#ctx0" brushRef="#br0" timeOffset="-150410.64">28011 14270 0,'35'17'47,"-35"301"0,0-230-47,17 53 31,-17-123-15</inkml:trace>
  <inkml:trace contextRef="#ctx0" brushRef="#br0" timeOffset="-149992.24">28099 15328 0,'0'-17'31,"0"-19"125,0-17-140,-36 18 15</inkml:trace>
  <inkml:trace contextRef="#ctx0" brushRef="#br0" timeOffset="-149452.52">28328 14252 0,'0'177'47,"0"-124"-31,88 211-1,-17-264 32,-71-247 0,0 159-16,-106 0 32,35 88-32,54 53 16,52 35-31</inkml:trace>
  <inkml:trace contextRef="#ctx0" brushRef="#br0" timeOffset="-149005.99">28751 14323 0,'-17'123'31,"17"89"16,0-177-16,17-211 16,-17-18-16,-123 194 16,70 35 0,71 53-31</inkml:trace>
  <inkml:trace contextRef="#ctx0" brushRef="#br0" timeOffset="-148670.52">28875 14111 0,'0'0'15,"106"53"48,52 159-32,-52-89 16,-53-70 0</inkml:trace>
  <inkml:trace contextRef="#ctx0" brushRef="#br0" timeOffset="-148334.06">29316 14076 0,'-177'370'63,"72"-158"-32,105-194 16,0 34-16,17-52 1</inkml:trace>
  <inkml:trace contextRef="#ctx0" brushRef="#br0" timeOffset="-147918.06">29351 14199 0,'35'247'62,"-35"-141"-15,0-88-16,18-36 0</inkml:trace>
  <inkml:trace contextRef="#ctx0" brushRef="#br0" timeOffset="-147631.65">29527 13952 0,'0'335'78,"0"-229"-47,0-70 16,0 34-31</inkml:trace>
  <inkml:trace contextRef="#ctx0" brushRef="#br0" timeOffset="-147297.55">29351 14393 0,'0'-17'47,"18"17"-32,105-18 48,-88 0-16</inkml:trace>
  <inkml:trace contextRef="#ctx0" brushRef="#br0" timeOffset="-146993.06">29651 14517 0,'18'17'62,"17"-17"-31</inkml:trace>
  <inkml:trace contextRef="#ctx0" brushRef="#br0" timeOffset="-146784.87">29933 14605 0</inkml:trace>
  <inkml:trace contextRef="#ctx0" brushRef="#br0" timeOffset="-137049.95">25206 17057 0,'35'35'32,"18"283"-17,-35-160-15,-1 319 47,1-372-16</inkml:trace>
  <inkml:trace contextRef="#ctx0" brushRef="#br0" timeOffset="-136745.7">25206 17956 0,'106'-88'63,"88"18"-16,-159 52-47,36-17 31,-36-71-15</inkml:trace>
  <inkml:trace contextRef="#ctx0" brushRef="#br0" timeOffset="-136409.31">25647 17163 0,'0'211'47,"88"477"0,-35-511-16,-53-124 32,18-1-48</inkml:trace>
  <inkml:trace contextRef="#ctx0" brushRef="#br0" timeOffset="-135785.7">26458 17709 0,'-194'230'62,"141"-36"-15,89-177-16,-1-193 16,-35 158 0,53 1-16,88 140 16,35 1-16,-105-124 32,-18 0-63</inkml:trace>
  <inkml:trace contextRef="#ctx0" brushRef="#br0" timeOffset="-135492.1">27305 17533 0,'-141'159'78,"176"88"-31,230-194-16,-142-159 16</inkml:trace>
  <inkml:trace contextRef="#ctx0" brushRef="#br0" timeOffset="-135163.7">27711 17304 0,'88'88'31,"-176"-176"-31,282 635 47,-159-477-47,0 106 47,-35-299 0</inkml:trace>
  <inkml:trace contextRef="#ctx0" brushRef="#br0" timeOffset="-134493.95">28416 17163 0,'0'17'31,"-247"354"0,177-89 16,528-18-16,-211-281 32,-229-265-16,-18 229-16,-53 88 16,35 230 0,230-160-16,0-228 16,-177-159-16,-53 194 16,89 88-16</inkml:trace>
  <inkml:trace contextRef="#ctx0" brushRef="#br0" timeOffset="-132912.35">29545 17621 0,'0'0'15,"-123"0"-15,-212 335 47,299-176-16,213-194 16,-124-53-47,-18-159 47,0 194-16,-35 176 32,88 71-32,142-229 16,-195-529 0,-176-19-16,141 566 16,0 405-16,53 282 16,-53-635-47,53 18 47,158-352-16,-34 263 16,-89 213 0,-88-160-47,-71 107 31,-17-107 16,106-34-16,176-336 16,-194-335 0,0 194 0,0 582 0,0 706-16,300-300 16,105-406-16,-352-105-15,35-266 15,-88-34 16,-141 334-16,0 442 16,353-247-16,52-230 32,-281-246-48</inkml:trace>
  <inkml:trace contextRef="#ctx0" brushRef="#br0" timeOffset="-130839.7">24112 18538 0,'-17'0'47,"-36"-158"-16,-53-389 0,53 353 32,53 176-32,194 18 16,229 0 0,-370-35-16,-35 35 16,17-71-31</inkml:trace>
  <inkml:trace contextRef="#ctx0" brushRef="#br0" timeOffset="-130248.37">24483 17163 0,'-18'0'31,"106"158"0,177 36 16,-230-176-47,18 17 47,-53 1-16,-212 158 16,71-71-16,141-105 94,0 70-109,36-35 15</inkml:trace>
  <inkml:trace contextRef="#ctx0" brushRef="#br0" timeOffset="-99090.74">21290 15681 0,'0'0'0,"0"-35"31,0-1 0,-176 1 47,-442 176-31,319 89-16,281-125 16,18-87-47,0 17 47,0 36 0,0-18 0,0-36 0,0 1-16</inkml:trace>
  <inkml:trace contextRef="#ctx0" brushRef="#br0" timeOffset="-98467.49">20126 15787 0,'-18'88'47,"-17"282"0,35-317-47,0 0 31,71-194 47,193 71-31,-70 52 16,-159 18-32,1 18 16</inkml:trace>
  <inkml:trace contextRef="#ctx0" brushRef="#br0" timeOffset="-80586.9">23372 1411 0,'-36'0'188,"318"459"-157,-229-318-15,335 582 15,142 371 16,-442-883-47,441 812 31,-35 71 16,-88-106-16,-177-212 16,-229-600-47,53 283 47,17 246-16,-34-70 16,-36-247-16,0-370-15,0 211 15,0 89 32,-18-283-63,0 159 31,18 71 16,0 52 0,0-140-16,0-1 16,-17 0-16,-1-123 16</inkml:trace>
  <inkml:trace contextRef="#ctx0" brushRef="#br0" timeOffset="-79912.92">25912 11659 0,'17'-17'31,"142"140"32,17 283-32,-70-159 16,-88-283 31,229-193-31,0 53-16,-142 105 16,-87 54-47,0 17 47</inkml:trace>
  <inkml:trace contextRef="#ctx0" brushRef="#br0" timeOffset="-62839.06">19032 6191 0,'18'-17'46,"0"17"-30,158-36 15,124 36 16,-247 0-31,194 0 15,-141 0 16,-89 0 0</inkml:trace>
  <inkml:trace contextRef="#ctx0" brushRef="#br0" timeOffset="-47999.32">31044 11942 0,'212'-18'62,"935"-53"-31,-354-35 32,-616 36-32</inkml:trace>
  <inkml:trace contextRef="#ctx0" brushRef="#br0" timeOffset="-46833.37">31644 11942 0,'-17'0'47,"17"546"0,0-334-47,105 1076 47,-105-230-16,0-264 16,0-247-16,-17-265 32,17 0-16,0-106-16,0-105 16,17 17-16,19-53 16,228-52 0,442 17 0,-565 0-47,635 0 31,-582 0 16,-194-71 94,0-264-126</inkml:trace>
  <inkml:trace contextRef="#ctx0" brushRef="#br0" timeOffset="-45663.96">31679 10795 0,'36'194'31,"-36"318"0,0-407 0,17-404 32,-34 175-63,-71-317 31,246 212 16,36 158 0,-194 371-16,-194-159 16,141-106-16,53-17-15,159 106 15,35-54 16,-141-52-16,106-89 0</inkml:trace>
  <inkml:trace contextRef="#ctx0" brushRef="#br0" timeOffset="-45090.38">32491 10460 0,'-18'423'31,"-70"-88"0,194-934 47,-18 405-31,0 264 16,53 406-32,-141-440-15,18-19 15,-89-123 16,-17 36-16,159-1 32</inkml:trace>
  <inkml:trace contextRef="#ctx0" brushRef="#br0" timeOffset="-44467.11">33091 10283 0,'0'124'31,"0"-248"-31,17 654 47,1-513-16,-1-264 0,-17 177-15,0-36 15,71 53 79,52-141-95,-70 106 16,-53 123 16,18 335 16,17-158-32,18-18 16,0-53-31</inkml:trace>
  <inkml:trace contextRef="#ctx0" brushRef="#br0" timeOffset="-43458.65">31715 13070 0,'88'-17'78,"1094"-54"-47,-318 71 16,-864-17 0</inkml:trace>
  <inkml:trace contextRef="#ctx0" brushRef="#br0" timeOffset="-41840.93">31856 15946 0,'0'0'0,"0"17"125,17-17-109,1 0-16,458 0 47,442 0-16,-495 0 16,-282 35-16,-141 1-15,0-19 125,0 1 93</inkml:trace>
  <inkml:trace contextRef="#ctx0" brushRef="#br0" timeOffset="-34207.64">30180 14005 0,'0'-35'31,"-18"-194"16,36 88 0,211 88 0,-193 53-47,70 0 31,193 123 16,-281-105-47,141 88 31,-142-89 16,1-17-16,17 0 1</inkml:trace>
  <inkml:trace contextRef="#ctx0" brushRef="#br0" timeOffset="-33536.23">31097 13476 0,'371'247'78,"-89"18"-47,-282-248-15,-88 36 62,-459 106-31,388-53-16,159-89 0,0 1 32</inkml:trace>
  <inkml:trace contextRef="#ctx0" brushRef="#br0" timeOffset="-28125.91">32050 13758 0,'-18'-35'78,"89"-141"-47,-54 105 16,-17 89 31,18 299-31,17-281-47,-17 16 31</inkml:trace>
  <inkml:trace contextRef="#ctx0" brushRef="#br0" timeOffset="-27758.46">32614 13494 0,'0'300'47,"0"-600"-47,0 670 47,-70-652 31,70 194-78</inkml:trace>
  <inkml:trace contextRef="#ctx0" brushRef="#br0" timeOffset="-27423.59">32561 13423 0,'159'177'47,"-88"-36"-16,-89-124 63,0-17-63,1 0 16</inkml:trace>
  <inkml:trace contextRef="#ctx0" brushRef="#br0" timeOffset="-26912.63">32932 13617 0,'17'177'31,"-34"-354"-31,52 512 47,-17-335-16,-1-229 32,19 194-32,-1 35 0,88 123 16,-105-70 0,17-35-16</inkml:trace>
  <inkml:trace contextRef="#ctx0" brushRef="#br0" timeOffset="-26541.06">33443 13652 0,'-53'-17'47,"18"52"-47,17 71 31,71-71 16,-17-35 0,-1 0 0,36 106 0,-71-35-32</inkml:trace>
  <inkml:trace contextRef="#ctx0" brushRef="#br0" timeOffset="-25584.9">32050 14235 0,'-18'0'47,"53"0"78,18 0-78,-35 0-47,35 123 31,-53-35 16,-194-17-16,70 17 16,124-53 0,194-17-16,-176 0-15,53-1 15,-1 1-31,-17-1 31,-35-17-15,35 0 0</inkml:trace>
  <inkml:trace contextRef="#ctx0" brushRef="#br0" timeOffset="-24660.89">32491 14429 0,'17'0'15,"72"176"16,-19-17 16,-52-159-47,88 17 63,-36-140-32,-70 52 16,0 142 31,53 35-31,35-106-16,-17-177 16,-53 142 0,34 53 31,107-124-47,-71 88 16,-52 18 0,-19 53-16,-17 18 16,-70-107-16</inkml:trace>
  <inkml:trace contextRef="#ctx0" brushRef="#br0" timeOffset="-24454.18">33337 14217 0</inkml:trace>
  <inkml:trace contextRef="#ctx0" brushRef="#br0" timeOffset="-23173.1">31926 15346 0,'0'0'0,"18"-18"0,70-70 47,71 88 0,-141 18-16,-124 35 16,300 141 31,-159-53-31,-105-88-16,-36-53 32,88-36-63,0-17 15</inkml:trace>
  <inkml:trace contextRef="#ctx0" brushRef="#br0" timeOffset="-22789.27">32491 15311 0,'53'0'16,"-106"0"-16,282 211 47,-211-193-47,17 35 31,53-141 16,-52-195 0,16 142-16</inkml:trace>
  <inkml:trace contextRef="#ctx0" brushRef="#br0" timeOffset="-21876.6">33108 15311 0,'-35'-18'31,"-71"212"16,212-124 0,-53-105 0,-36 35-16,54 0 16,-53 18-47,158-106 31,-141-406 16,-35 317 0,-88 601 31,229-89-47,-53-300 16,-17-123 0,-36 123 31,1 36-31</inkml:trace>
  <inkml:trace contextRef="#ctx0" brushRef="#br0" timeOffset="-21748.36">33637 15311 0</inkml:trace>
  <inkml:trace contextRef="#ctx0" brushRef="#br0" timeOffset="-6921.43">6421 13264 0,'141'0'78,"423"0"-47,-193 0 16,-195 0-16,-141 0 16,-17 18 47,-1 0-94</inkml:trace>
  <inkml:trace contextRef="#ctx0" brushRef="#br0" timeOffset="-6329.23">8802 13406 0,'17'0'47,"266"0"-16,316 0 32,-510 0-63,316 0 31,-140 0 0,-230 0 63,-105 0-16</inkml:trace>
  <inkml:trace contextRef="#ctx0" brushRef="#br0" timeOffset="-5209.74">1799 14182 0,'194'0'47,"388"0"0,194 0-16,-17 70 16,-583-52-47,706-1 47,-458-17-16,-1 0 16,-123-35-16,-36 35 16,-211 0-47,0 0 47</inkml:trace>
</inkml:ink>
</file>

<file path=ppt/ink/ink50.xml><?xml version="1.0" encoding="utf-8"?>
<inkml:ink xmlns:inkml="http://www.w3.org/2003/InkML">
  <inkml:definitions>
    <inkml:context xml:id="ctx0">
      <inkml:inkSource xml:id="inkSrc0">
        <inkml:traceFormat>
          <inkml:channel name="X" type="integer" max="5760" units="cm"/>
          <inkml:channel name="Y" type="integer" max="2160" units="cm"/>
          <inkml:channel name="T" type="integer" max="2.14748E9" units="dev"/>
        </inkml:traceFormat>
        <inkml:channelProperties>
          <inkml:channelProperty channel="X" name="resolution" value="167.44186" units="1/cm"/>
          <inkml:channelProperty channel="Y" name="resolution" value="111.34021" units="1/cm"/>
          <inkml:channelProperty channel="T" name="resolution" value="1" units="1/dev"/>
        </inkml:channelProperties>
      </inkml:inkSource>
      <inkml:timestamp xml:id="ts0" timeString="2025-11-18T19:19:20.116"/>
    </inkml:context>
    <inkml:brush xml:id="br0">
      <inkml:brushProperty name="width" value="0.05292" units="cm"/>
      <inkml:brushProperty name="height" value="0.05292" units="cm"/>
      <inkml:brushProperty name="color" value="#FF0000"/>
    </inkml:brush>
  </inkml:definitions>
  <inkml:trace contextRef="#ctx0" brushRef="#br0">18803 776 0,'0'0'0,"0"-53"16,-106-35 15,71 70-31,-194-17 47,158 35-47,-17 0 31,123 159 16,353 229-16,-353-194 32,-52-176-48,-71-71 32,105 35 16,213 0-32,-19-193 16,-211-1 0,-35 265 31,35 141-47,265-176 16,-142-124 0,-88-71-16,-35 89 16,0 71-16,-123 211 16,123-177-47,17 142 47,142-88-16,-106-89 16,-53-17 0,35-1 0,18 1-31</inkml:trace>
  <inkml:trace contextRef="#ctx0" brushRef="#br0" timeOffset="317.95">19808 600 0,'36'317'62,"17"-17"-15,123-512 31,-105 142-78</inkml:trace>
  <inkml:trace contextRef="#ctx0" brushRef="#br0" timeOffset="620.99">20302 688 0,'0'0'31,"-158"0"0,-89 159 0,247-54 16,176-87-16,-105 0 16,-36-18-47,35-36 32</inkml:trace>
  <inkml:trace contextRef="#ctx0" brushRef="#br0" timeOffset="1195.89">20461 547 0,'0'0'16,"-70"-18"46,-160 89-15,230-36 0,141 88-16,0 266 16,-211 263 0,52-617-47,-88 36 31,-158-300 16,281 88-16,319-1 16,-142 54 0,-159 35-31</inkml:trace>
  <inkml:trace contextRef="#ctx0" brushRef="#br0" timeOffset="1611.42">20884 317 0,'0'-17'47,"0"105"-16,-52 318 16,157-230-16,19-141 16,-54-17-47,107-18 47,-142 0-47</inkml:trace>
  <inkml:trace contextRef="#ctx0" brushRef="#br0" timeOffset="2123.39">21502 688 0,'0'53'31,"0"247"0,141-159 16,-71-124-47,107-105 31,-177-194 16,0 88-16,-124 159 16,107 35-47,-195 176 63,194-105-32,142-1 16,52-123-31</inkml:trace>
  <inkml:trace contextRef="#ctx0" brushRef="#br0" timeOffset="2444.27">22102 564 0,'0'-17'15,"-318"405"32,89-124 0,211-264-47,0 18 31,107-106 47</inkml:trace>
  <inkml:trace contextRef="#ctx0" brushRef="#br0" timeOffset="3033.72">21960 141 0,'36'0'31,"-72"0"-31,460 335 31,-336-211-31,53 440 47,-247-246-16,53-265 16,36-53 0,-1 0 0</inkml:trace>
  <inkml:trace contextRef="#ctx0" brushRef="#br0" timeOffset="4238.24">27446 476 0,'53'0'31,"476"0"0,600-141 16,-917 71 0</inkml:trace>
  <inkml:trace contextRef="#ctx0" brushRef="#br0" timeOffset="5206.51">27534 388 0,'0'0'0,"18"353"47,-18 705-16,0 0 16,53-334 0,-53-707 0,88-87 0,282-36 0,495 141-16,-724-35-31,212 88 47,-353-123 31,-106-723-31,-194-442-16,53 230 16,247 794 0,0 140-16</inkml:trace>
  <inkml:trace contextRef="#ctx0" brushRef="#br0" timeOffset="5747.79">26793 2769 0,'0'0'15,"53"18"48,177-89-32,-142 36 16,-70 17-16</inkml:trace>
  <inkml:trace contextRef="#ctx0" brushRef="#br0" timeOffset="6194.54">27111 2452 0,'71'141'47,"-36"-106"-47,88 106 47,-105-123-16,-18 88 16,-318 35-16,283-106 16,17-35 0,18-212-31</inkml:trace>
  <inkml:trace contextRef="#ctx0" brushRef="#br0" timeOffset="8514.91">26423 864 0,'35'-35'93,"124"35"-77,476 0 15,-370 0 16,-283 0 62</inkml:trace>
  <inkml:trace contextRef="#ctx0" brushRef="#br0" timeOffset="9070.92">27217 582 0,'106'71'94,"52"34"-47,-158-87-16,-282 194 16,70-36-16,212-158 32,230-89-1</inkml:trace>
  <inkml:trace contextRef="#ctx0" brushRef="#br0" timeOffset="9790.11">29880 600 0,'-88'70'63,"106"71"-32,35-123-15,194 0 15,-71-54 0,-211-158 16,-71 141 0,-71 53-16,125 0-15,-1 18 15,17 0-15,36 105-1</inkml:trace>
  <inkml:trace contextRef="#ctx0" brushRef="#br0" timeOffset="12156.98">26935 2381 0,'0'18'63,"176"194"-32,-123-107-31,106 72 31,-177-177 110,-405 264-94,370-228-16,53-54 63</inkml:trace>
  <inkml:trace contextRef="#ctx0" brushRef="#br0" timeOffset="12829.88">26476 2893 0,'476'0'78,"-70"-71"-31,-388 71 47</inkml:trace>
  <inkml:trace contextRef="#ctx0" brushRef="#br0" timeOffset="13742.26">30162 2840 0,'-17'0'62,"-36"264"-15,106-246 0,194-18-16,-177-18 16,-70 1 0</inkml:trace>
  <inkml:trace contextRef="#ctx0" brushRef="#br0" timeOffset="13997.63">30233 2981 0,'0'0'0,"18"-53"47,193 53 0,-158-18 0</inkml:trace>
  <inkml:trace contextRef="#ctx0" brushRef="#br0" timeOffset="14622.24">30321 2752 0,'53'0'62,"318"0"-15,-266 0-16,-87 0 16,17 300-16,71-195 16,-35-193 0,-71-176-16,-71 193 16,-35 71-16,71 35 32,106 1-47</inkml:trace>
  <inkml:trace contextRef="#ctx0" brushRef="#br0" timeOffset="15117.8">31291 2575 0,'71'124'31,"-71"-36"-15,18 212 15,-18-283-31,-18-175 78,-53-125-31,54 213-16,17 35 16,176-36 0,-35 18-16,-123 53 16</inkml:trace>
  <inkml:trace contextRef="#ctx0" brushRef="#br0" timeOffset="15455.87">31362 2787 0,'18'0'47,"246"0"-16,-176 0 16</inkml:trace>
  <inkml:trace contextRef="#ctx0" brushRef="#br0" timeOffset="17149.96">25806 3034 0,'0'0'0,"0"35"31,-194 0 0,70-35-15,-211-70 15,-88-353 0,35-389 16,247 283 0,176 141-16,247 70 16,0 318-16,0 18 16,-123 17 0,-35 18-16,-107-53 16,1 0-31</inkml:trace>
  <inkml:trace contextRef="#ctx0" brushRef="#br0" timeOffset="17693.7">25312 317 0,'17'18'47,"248"159"-16,-124-72 16,-88-69-16,-53 52 16,-53-53-47,-388 124 47,353-124-16,88-17 16,18 70-16</inkml:trace>
  <inkml:trace contextRef="#ctx0" brushRef="#br0" timeOffset="22109.25">27446 4745 0,'88'-53'62,"865"53"-15,-742 0-47,530-18 47,-529 18-16</inkml:trace>
  <inkml:trace contextRef="#ctx0" brushRef="#br0" timeOffset="23949.32">27393 4815 0,'0'0'0,"0"53"94,106 723-47,-35-564-47,123 829 47,-124-265-16,18-282 16,-52-230-16,-36-211-15,0 53 15,53 18 16,-36 123-16,-17-195 16,71-87 31,334 0-31,513 35-16,193 0 16,-600 0 0,-405 0-16,-106-35 63,-17-442-47,-36 283-47,-71-723 47,1-53-16,123 212 16,-36 422 0,-16 125-16,34 140-31,0-35 47,-17 106 31,-194-53-47,70 0 16,88 53 0,1 0-16,-18-17 16,70 17-16</inkml:trace>
  <inkml:trace contextRef="#ctx0" brushRef="#br0" timeOffset="24860.71">27517 5733 0,'70'0'62,"1147"0"1,-158-18-16,-618 18-16,-177 0 16,-246 0 0,17 0-47,-17 0 31</inkml:trace>
  <inkml:trace contextRef="#ctx0" brushRef="#br0" timeOffset="26026.43">28257 6526 0,'0'0'47,"-35"0"-47,-88 0 47,70 0 0,18 0-16,-18-17 16,-88 17-16,88 0 16,70-18 78,1042 18-78,-848 0-47,389-53 31,-36 53 16,-440 0-47,299 53 31,-405-53 16,-1 18 78,-34-1-125</inkml:trace>
  <inkml:trace contextRef="#ctx0" brushRef="#br0" timeOffset="26826.97">27781 7461 0,'36'-35'78,"1198"35"-47,-899 0-31,-52 0 16,405-71 15,-371 71 16,-246 0-31,176 0 15,-230 0 16,-34 0 15</inkml:trace>
  <inkml:trace contextRef="#ctx0" brushRef="#br0" timeOffset="27613.39">28346 8220 0,'17'0'172,"230"0"-156,-123 0-16,70-53 47,-177 35 172</inkml:trace>
  <inkml:trace contextRef="#ctx0" brushRef="#br0" timeOffset="32412.66">28593 12894 0,'0'0'0,"105"-159"31,636 18 16,423 106-16,-775 0 16,-372 35-47,54 17 16</inkml:trace>
  <inkml:trace contextRef="#ctx0" brushRef="#br0" timeOffset="34075.35">28399 12876 0,'0'106'47,"0"35"-31,0 777 15,388 1304 16,-106-1146-16,-282-1005 16,0-54 0,0-52 0,0 17-47,388-35 31,847 18 0,17 35 16,-564 0 0,-423-18-16,-107 1 16,-122-18-16,-36-265 32,0-194-16,-194-494-16,35 0 16,-35 441 0,176 459-47,-35-88 31,-35-53 16,17 140-16,-17-105 16,-53-106-16,123 177 16,18 35 0,0 35-16,-211 35 47,-530 18-31,600 18 16,123 0-32</inkml:trace>
  <inkml:trace contextRef="#ctx0" brushRef="#br0" timeOffset="35275.57">28734 13547 0,'-36'-53'31,"19"-194"16,17 194-16,0 88 63,35 265-63,18-141 16</inkml:trace>
  <inkml:trace contextRef="#ctx0" brushRef="#br0" timeOffset="36620.55">29263 13159 0,'0'0'0,"53"88"46,0 123-30,-36-122 15,-17-72 16,0 19 0,-17-36-16,-1 0 16,36-71 0,17 36-47,-35-36 31,18 36-15</inkml:trace>
  <inkml:trace contextRef="#ctx0" brushRef="#br0" timeOffset="36988.97">29475 13353 0,'17'0'16,"1"105"31,105-16-16,-87-89-15,-19-53 15,-34-35 16,17 70-16,-36 18 16</inkml:trace>
  <inkml:trace contextRef="#ctx0" brushRef="#br0" timeOffset="37485.17">29898 13264 0,'0'-17'31,"-35"52"0,70 89 32,35-89-32,-52 53 16,-88-53 0,-19-70-16,72 0 16,34 17-47</inkml:trace>
  <inkml:trace contextRef="#ctx0" brushRef="#br0" timeOffset="37901.69">30127 13353 0,'53'-53'47,"-106"106"-47,159-142 31,-106 37 16,-106 122 31,141 142-15,36-195-32,-18-52 47</inkml:trace>
  <inkml:trace contextRef="#ctx0" brushRef="#br0" timeOffset="38317.87">30850 13123 0,'0'265'94,"18"-159"-63,-18-142 32</inkml:trace>
  <inkml:trace contextRef="#ctx0" brushRef="#br0" timeOffset="38859.26">31044 13088 0,'0'53'16,"-88"141"-1,53 53 32,35-229 0,123-71 0,-105-71-16,-53 107 63,-36 122-63,71-69-15,36 17 15,158-53 0</inkml:trace>
  <inkml:trace contextRef="#ctx0" brushRef="#br0" timeOffset="39242.89">31485 13141 0,'0'0'31,"18"0"-31,17 194 31,-35-176-15,0 35 15,0-36 16,0-34-47</inkml:trace>
  <inkml:trace contextRef="#ctx0" brushRef="#br0" timeOffset="39609.87">31679 13123 0,'89'36'63,"-72"-19"-63,89 160 31,-106-124 16,-18-18 0,-70-35-16,71-18-31,-1 1 47,18-1-47</inkml:trace>
  <inkml:trace contextRef="#ctx0" brushRef="#br0" timeOffset="39899.3">31697 13017 0,'0'0'16,"71"-52"15,-71 34-31,105-17 31,-69 35 16</inkml:trace>
  <inkml:trace contextRef="#ctx0" brushRef="#br0" timeOffset="41359.44">28734 14182 0,'0'0'0,"0"-36"31,0-34 16,88 17-16,-53 53 16,71 70-16,-71 19 16,-123 69 0,35-87-16,36-36 16,17-17-47,0 17 31,70-17 79,18-18-79,-70 0-15,53 0 15,-54 0 47</inkml:trace>
  <inkml:trace contextRef="#ctx0" brushRef="#br0" timeOffset="43152.71">29492 14111 0,'18'-18'63,"35"195"-32,0-54 16,-124-264 47,1-194-63,70 282 16,52 36 0,37 52-16,-107 106 16,-53-141-16,19 70 16,52 36 0,158-18-16,-122-88-31,-19 0 47,36 0-16,-18-17 16,-35-71 0,0 70-16,-52 89 32,52-19-63,17 90 31,89-125 0,-88-70 32,35 0-63</inkml:trace>
  <inkml:trace contextRef="#ctx0" brushRef="#br0" timeOffset="44286.11">30092 14111 0,'-71'18'31,"54"-1"-15,17 54 15,70-18 0,-17-177 16,-141-105 0,53 176-16,35 212 47,53 123-31,-36-282 0,-17-18-16,53-52 16,-53 52-16,18 18-15,52 194 15,-52-352 63,35 87-47,18 124-16,34 35 16,-16-88 0,-89-176-16,-18 140 16,-35 54 0,53 70-16,0-70 0</inkml:trace>
  <inkml:trace contextRef="#ctx0" brushRef="#br0" timeOffset="45277.23">30868 13899 0,'0'36'203,"18"158"-187,-1-71-1,1-17 32,0-106 16,-1-88-48</inkml:trace>
  <inkml:trace contextRef="#ctx0" brushRef="#br0" timeOffset="45947.24">31115 14005 0,'212'177'31,"-142"-19"16,-70-140-16,-17 0 16,-89-177 0,88 35-16,18 107 16,0-36-16,0-18 16,-35 1 0,-89 70-16,71 106 16,159 17-16,53-141 1</inkml:trace>
  <inkml:trace contextRef="#ctx0" brushRef="#br0" timeOffset="46283.88">31856 13794 0,'0'0'16,"70"70"15,-70-52-31,18 141 47,-18-124 31</inkml:trace>
  <inkml:trace contextRef="#ctx0" brushRef="#br0" timeOffset="46666.27">32103 13705 0,'0'0'0,"53"142"47,35 140 0,-70-247-47,-1 0 31,-34-35 47</inkml:trace>
  <inkml:trace contextRef="#ctx0" brushRef="#br0" timeOffset="50198.29">27393 13600 0,'35'0'125,"318"0"-78,-194 0-16,-88-36 16,-36 36-47,-18 0 31,54 0 16,-71-17 62</inkml:trace>
  <inkml:trace contextRef="#ctx0" brushRef="#br0" timeOffset="51237.93">27975 13406 0,'36'-18'125,"87"88"-78,-35-17 31,-70-35-47,17 0-15,-53-1 125,-34 19-110,-90 69 0,54 1 16,71-53 0</inkml:trace>
  <inkml:trace contextRef="#ctx0" brushRef="#br0" timeOffset="64327.52">27975 13370 0,'53'0'125,"124"106"-94,-125-71 16,-16-17 47,-36 0 31,-18 35-94,-194 105 16,54-69-16,122-54 16,89-53 141,18-35-173,-18 18-15,106-71 47,-54 36 0,-69 52 0,-19 0-16,-70-52 47,-141-1-31,106 36 0,18 17-16,52 1 16,159 52 94,0 18-126,-35 0 32,-106-36 47,-106 160-63,-123-18 16,211-159 0,177 0 62,-71 0-109</inkml:trace>
  <inkml:trace contextRef="#ctx0" brushRef="#br0" timeOffset="65111.37">32667 12965 0,'0'52'63,"35"248"-32,1-176 0,-89-336 63,18 124-94</inkml:trace>
  <inkml:trace contextRef="#ctx0" brushRef="#br0" timeOffset="65399.4">32403 12788 0,'0'0'15,"53"-70"32,264-1 0,-158 36-16,-142 35 32</inkml:trace>
  <inkml:trace contextRef="#ctx0" brushRef="#br0" timeOffset="65782.95">32614 13176 0,'53'-35'31,"35"0"16,1-1 0,-1 36-16,-18 0 0</inkml:trace>
  <inkml:trace contextRef="#ctx0" brushRef="#br0" timeOffset="66405.95">33232 13159 0,'0'35'47,"53"53"0,35-88 0,-71-176 0,-52 123 0,-88 53-16,87 17 16,36 89 0,0-70-47,36-19 15</inkml:trace>
  <inkml:trace contextRef="#ctx0" brushRef="#br0" timeOffset="67733.44">27799 14570 0,'35'-53'109,"388"-35"-62,-334 70-47,158-17 47,-230 35 0,-17-53 31</inkml:trace>
  <inkml:trace contextRef="#ctx0" brushRef="#br0" timeOffset="68663.42">28205 14164 0,'176'71'141,"0"-1"-126,-17 1 16,-159-54 63,-123 54-47,-142 105 0,89-35 0,176-123-47,-18 0 31,71-18 172</inkml:trace>
  <inkml:trace contextRef="#ctx0" brushRef="#br0" timeOffset="69620.36">32861 13652 0,'-17'-17'31,"17"211"63,0 88-63,0-264 16,-36-89 31,19-17-62</inkml:trace>
  <inkml:trace contextRef="#ctx0" brushRef="#br0" timeOffset="69955.17">32702 13688 0,'71'-36'78,"335"-87"-31,-265 70-16</inkml:trace>
  <inkml:trace contextRef="#ctx0" brushRef="#br0" timeOffset="70323.17">32791 13935 0,'211'0'47,"-158"0"-47,35-53 31,-35 35 16,-17 18-16,-19 0 1</inkml:trace>
  <inkml:trace contextRef="#ctx0" brushRef="#br0" timeOffset="70820.5">33408 14182 0,'0'0'16,"18"-18"31,-18-35-47,17-88 31,-17 106-31,0-18 47,0 282 31,0-70-31</inkml:trace>
  <inkml:trace contextRef="#ctx0" brushRef="#br0" timeOffset="73196.74">26987 13282 0,'18'0'31,"176"529"0,124 424 16,-160-1-16,-52-264 16,-18-141 0,-88-476-47,0 264 31,36-53 16,-19-159-16,1-105 16</inkml:trace>
  <inkml:trace contextRef="#ctx0" brushRef="#br0" timeOffset="73899.83">27622 17621 0,'230'159'94,"87"300"-47,-317-477 47,0-211-79,53-142 32,0 230 0,-35 141-47,17-35 31,-17 35 16</inkml:trace>
  <inkml:trace contextRef="#ctx0" brushRef="#br0" timeOffset="76325.49">26758 11483 0,'18'-18'16,"17"212"31,-35 0-16,-88-441 63,70 106-63,36 177 79,0-36-79,158-124 0,-70-52 0,-106 211 47,70 388-31,-52-387 16,-18-1-32</inkml:trace>
  <inkml:trace contextRef="#ctx0" brushRef="#br0" timeOffset="76692.99">27270 11642 0,'0'0'16,"35"0"-16,-17 35 47,-1-35-16,19-124 16,-54 72-16,-123 52 16,141 141 0,106-71-16</inkml:trace>
  <inkml:trace contextRef="#ctx0" brushRef="#br0" timeOffset="77650.67">27605 11412 0,'0'230'78,"106"-195"-31,-89-35-47,54-124 47,-71-299-16,-18 247 16,18 493 31,0 142-31,88-459 0,71-124-16,-159 107 16,35 158-16,-17-106-31,53-17 47,-18-318-16,-53 265-15,-36-36 15,-158 89 16,177 123-16,17-106-15,564 18 15,-440-71-15</inkml:trace>
  <inkml:trace contextRef="#ctx0" brushRef="#br0" timeOffset="78496.06">29192 11060 0,'-141'141'47,"124"35"0,52-158-16,106-159 16,-141-159-16,0-53 16,0 318-16,0 246 16,0-105-31,176 212 15,-123-318-31,106 53 31,-35-142 16,-107-140 0,-17 194-16,-17 35-15,-19 0-16,-17 106 31,53-71-31,36 88 47,299-87 0,-194-36-31</inkml:trace>
  <inkml:trace contextRef="#ctx0" brushRef="#br0" timeOffset="79070.59">30674 10636 0,'-141'318'78,"141"-160"-47,70-158 16,72-317 0,-142 264-16,123 247 47,-52-88-31,-18-106-47,70-35 47,-70-54-47</inkml:trace>
  <inkml:trace contextRef="#ctx0" brushRef="#br0" timeOffset="79373.03">31362 10354 0,'0'0'16,"-176"265"15,176-124 32,0-106-32,176-106 16,-53-87-31</inkml:trace>
  <inkml:trace contextRef="#ctx0" brushRef="#br0" timeOffset="80157.53">31644 10283 0,'0'0'0,"-53"89"47,36 16-47,-19 125 31,72-142 16,175-106-16,-140-282 16,-71 230-16,0 52 16,-35 248 0,158-177 0,71-89-16,-159-246 0,18 176 32,35 159-16,-52 194-16,-72-229 16,-52-18-16,71-71 0</inkml:trace>
  <inkml:trace contextRef="#ctx0" brushRef="#br0" timeOffset="80621.7">32738 10301 0,'53'18'31,"0"17"0,0-35 16,-36-282 0,-34 194-16,-107 88 16,1 194-16,123-106 32,88-18-32</inkml:trace>
  <inkml:trace contextRef="#ctx0" brushRef="#br0" timeOffset="82546.32">26617 12700 0,'-18'0'15,"-70"35"32,35 1 0,0-1-16,0 71 16,53-89 141,142 71-157,-89 1-31,88 228 47,-212-158-16,-35-159 16,71 0-16,70-159 16,318-176 0,-318 212-16,-35 34 16,0 1-16,-35 88 16,17 159 0,71-36-16,0-123-15,177 0 15,-178 0-15,54-158-1,-88 87 17</inkml:trace>
  <inkml:trace contextRef="#ctx0" brushRef="#br0" timeOffset="83982.22">27376 12506 0,'-36'35'31,"19"195"16,34-142-16,1-88-15,158-53 15,-70-353 16,-106 371-16,0 264 47,18-158-31,88-124 0,-1-194-16,-105 229 16,36 36 0,-36 17-47,53 53 31,194-176 16,-177-176 0,-70 211 0,-35 53 0,35 370-16,212-299 16,-160-248-16,-52 124 16,18 36 0,0 158-16,-1-71 16,-17-176-16,141-211 16,-70 264-16,52 159 16,-87 35 16,17-123 15,53-107-62</inkml:trace>
  <inkml:trace contextRef="#ctx0" brushRef="#br0" timeOffset="84492.98">29228 11994 0,'-18'0'15,"-53"247"32,107-176 0,122-124-16,-69-212 16,-72 248-16,36 105 16,-18-35-47,-17 0 47,-18-177 0</inkml:trace>
  <inkml:trace contextRef="#ctx0" brushRef="#br0" timeOffset="84700.21">29422 11571 0,'0'0'31,"17"0"31</inkml:trace>
  <inkml:trace contextRef="#ctx0" brushRef="#br0" timeOffset="85274.91">30110 11783 0,'-36'-18'31,"-140"283"0,176-212 16,70-53 0,124-177-16,-158 177 16,34 18 0,177 52-16,-123-70 16,-107 0-31</inkml:trace>
  <inkml:trace contextRef="#ctx0" brushRef="#br0" timeOffset="101871.24">4568 6544 0,'53'0'78,"71"0"-62,-71 0-16,211 0 31,248 0 16,88 0-16,-54 0 16,-34 0-16,211 0 16,-211 0 16,-36 0-32,-70-18 16,-107-35-16,-228 53-15,158 0 15,36 0 16,-1-35-16,-122 0 16,-37 35 0,-52 0-16</inkml:trace>
  <inkml:trace contextRef="#ctx0" brushRef="#br0" timeOffset="103739.17">3598 7408 0,'-17'-17'31,"528"-1"16,-352 18-47,635 0 47,-159 0 0,282-141 0,0 123 0,-705 18-47,529 0 31,-124-88 16,-264 70-16,-159 18 16,-159 0-47,36 0 47,-36 0-16,-17 0 47,-18 36-46</inkml:trace>
  <inkml:trace contextRef="#ctx0" brushRef="#br0" timeOffset="113733.9">1217 11483 0,'18'0'47,"105"0"0,248 0-16,52 0 0,-35 0 16,-141 0 0</inkml:trace>
  <inkml:trace contextRef="#ctx0" brushRef="#br0" timeOffset="117830.4">1217 9490 0,'0'-18'47,"35"0"-32,-17 18-15,264 0 47,230 0-16,-230-17 16,-53 17 0,-158 0-47,105 0 47,-123 0 0,-35 0 109</inkml:trace>
  <inkml:trace contextRef="#ctx0" brushRef="#br0" timeOffset="125364.76">1587 10425 0,'18'0'78,"70"0"-62,-17 0-16,352 0 47,-52 0-16,-36 0 16,0 0-16,35 0 16,-246 0 0</inkml:trace>
  <inkml:trace contextRef="#ctx0" brushRef="#br0" timeOffset="134620.87">1464 12347 0,'106'0'94,"70"0"-78,177 0-1,264 0 32,-423 0 0,-52 0-16,-107 0 63,-18 0 47</inkml:trace>
  <inkml:trace contextRef="#ctx0" brushRef="#br0" timeOffset="136414.53">7056 12277 0,'264'-18'78,"1"18"-62,-54 0-16,495 0 47,335-35-16,-301-18 16,1 53 0,-653 0-47,212 0 31,-194 0 16</inkml:trace>
  <inkml:trace contextRef="#ctx0" brushRef="#br0" timeOffset="145237.01">7497 11342 0,'-36'-18'47,"-422"18"0,-19 0 0,-34 0-16,246 53 16,107 159-16,140-142-15,71 301 15,388-54 16,511-264 0,283-53-16,441 0 16,-230 0-16,-599 0 16,105-212-16,-670 1 32,-211 17-16,-71 141-47,-18-71 31,-246-17 16,-495 53-16,18 88 16,89 159 0,352-89-16</inkml:trace>
  <inkml:trace contextRef="#ctx0" brushRef="#br0" timeOffset="146484.22">10707 9666 0,'-230'0'15,"460"0"-15,-1677-53 63,654 53-32,105 0 16,317 141 0,-34 18-16,369-141-31,-87 105 47,88-52-16,52-1 16,213 1 0,-160-54-47,477-17 31,970 0 16,-335-52-16,-89-90 16,-934 125-31,211-36 15,-299 35-31,405-70 31,-282 35 16,-194-17 0,-141-36 0,-617-35 0,-424 105-16,723 160 16,389-54-47</inkml:trace>
  <inkml:trace contextRef="#ctx0" brushRef="#br0" timeOffset="154290.56">12030 12947 0,'0'18'47,"-36"423"0,36-371 0</inkml:trace>
  <inkml:trace contextRef="#ctx0" brushRef="#br0" timeOffset="154573.04">12136 13123 0,'0'106'62,"0"123"-15,17-158-16</inkml:trace>
  <inkml:trace contextRef="#ctx0" brushRef="#br0" timeOffset="154988.35">11889 13441 0,'0'-18'31,"0"36"-31,0-71 47,264 35-16,-52-17 16,-230 35 16</inkml:trace>
  <inkml:trace contextRef="#ctx0" brushRef="#br0" timeOffset="155323.67">11783 13600 0,'141'-36'62,"176"-17"1,-264 36-48</inkml:trace>
  <inkml:trace contextRef="#ctx0" brushRef="#br0" timeOffset="155866.54">12471 12700 0,'0'212'31,"0"334"16,35-528 0,88-247-16,-52 123 16,0 124-16,-71 211 16,-89-159 0,-69-70-16,158-105 16</inkml:trace>
  <inkml:trace contextRef="#ctx0" brushRef="#br0" timeOffset="157079.64">12912 13088 0,'35'53'47,"35"18"0,89-107 0,-159 19-47,18-36 31,-18 106 16,0 493-16,0-281 16,-18-247 0,18-548-16,18 460-31,194-230 47,-1-300-16,-211 71 16,-17 512 0,-54 599-16,159-53 16,194-476 0,-211-265-16,-71 177-15,0-18 15,-123 176 16,123-105-31,0 70 15,282-176 16,18-36-16,-247 142 16,-53 0-47,0 70 31,-142-18 16,19-52 0</inkml:trace>
  <inkml:trace contextRef="#ctx0" brushRef="#br0" timeOffset="157445.85">13370 12524 0,'18'-53'31,"299"-53"0,1 106 16,-265 0 0</inkml:trace>
  <inkml:trace contextRef="#ctx0" brushRef="#br0" timeOffset="159817.49">4410 14587 0,'17'18'78,"124"-18"-62,424 0 15,-195 0 16,-334 0-47,52-35 31</inkml:trace>
  <inkml:trace contextRef="#ctx0" brushRef="#br0" timeOffset="173912.32">5697 17515 0</inkml:trace>
  <inkml:trace contextRef="#ctx0" brushRef="#br0" timeOffset="179491.72">17198 17163 0,'53'88'47,"405"370"-16,-264-316-31,406 404 31,-582-510-15</inkml:trace>
  <inkml:trace contextRef="#ctx0" brushRef="#br0" timeOffset="181029.45">26811 16933 0,'53'0'78,"459"-70"-47,211-36 0,-353 71 16,-264 35 0,-88-53 47,-36 0-94</inkml:trace>
  <inkml:trace contextRef="#ctx0" brushRef="#br0" timeOffset="181701.02">28452 16263 0,'88'0'62,"388"176"-15,-317-105-47,158 0 31,-282-54 16,-87 36 0,-425 229-16,160-17 16,246-142-16</inkml:trace>
  <inkml:trace contextRef="#ctx0" brushRef="#br0" timeOffset="184278.33">29774 16298 0,'36'18'47,"87"264"-16,-105-211-31,35 35 31,-71-106 16,-194-230-16,36-70 16,176 212-16,53 18 16,0 70-47,106 105 47,-159 1-16,-71-88 16,1-18-16,52 35 32,53 71-16,-17-88-47</inkml:trace>
  <inkml:trace contextRef="#ctx0" brushRef="#br0" timeOffset="185320.09">30110 16581 0,'0'0'0,"88"-18"94,-18 0-63,-34-17-15</inkml:trace>
  <inkml:trace contextRef="#ctx0" brushRef="#br0" timeOffset="187656.07">30357 16404 0,'0'-17'31,"-106"34"0,88 89 16,18-35 0,0-54-16,18-87 16,-1 123 62,19 17-93,-19-52-16,19 17 31,-19-317 16,-34-53-16,-1 246 16,18 107 16,70 529-32,-34-512 16,70-158 0,-1-230-16,-105 212 16,-53 494 31,53-159-31,18-159-16,88-194 16,-88 142-47,17-1 78,0 124-31,36-106-16,52-141 16,-105 123-31,-1-17-1,36 564 95,-17-141-79,-36-370 47,-36-18-47</inkml:trace>
  <inkml:trace contextRef="#ctx0" brushRef="#br0" timeOffset="188279.45">29686 16228 0,'141'-53'78,"371"-106"-47,-300 159 32,-107 0-32,-69 0-31,122 0 47,-140 0 0</inkml:trace>
  <inkml:trace contextRef="#ctx0" brushRef="#br0" timeOffset="192781.13">29210 16281 0,'0'0'0,"-53"-36"47,0 36 0,-35 177-16,88-36 16,0-123 0,71-18-16,-71-89 16,52 89 31,-34 335-15,0-264-32,-1-142 78</inkml:trace>
  <inkml:trace contextRef="#ctx0" brushRef="#br0" timeOffset="193325.37">29316 16369 0,'0'0'31,"17"194"0,-17-159-31,89 18 47,-19-53-16,-52-123 16,-106-89 0,35 212 0,-18 18-16,106 158 16,89-123-31</inkml:trace>
  <inkml:trace contextRef="#ctx0" brushRef="#br0" timeOffset="195405.99">28840 15028 0</inkml:trace>
  <inkml:trace contextRef="#ctx0" brushRef="#br0" timeOffset="195613.48">29210 15028 0,'0'-17'47,"0"-1"16</inkml:trace>
  <inkml:trace contextRef="#ctx0" brushRef="#br0" timeOffset="195820.8">29598 14922 0,'0'0'0,"0"-17"47</inkml:trace>
  <inkml:trace contextRef="#ctx0" brushRef="#br0" timeOffset="196075.48">28734 15469 0,'0'0'31</inkml:trace>
  <inkml:trace contextRef="#ctx0" brushRef="#br0" timeOffset="196410.25">29228 15399 0,'35'-18'31,"35"0"78,36 1-93</inkml:trace>
  <inkml:trace contextRef="#ctx0" brushRef="#br0" timeOffset="196569.35">29722 15222 0,'-71'18'78</inkml:trace>
  <inkml:trace contextRef="#ctx0" brushRef="#br0" timeOffset="196874.05">29122 15822 0,'17'18'109,"1"-18"-109</inkml:trace>
  <inkml:trace contextRef="#ctx0" brushRef="#br0" timeOffset="197110.66">29598 15681 0,'0'0'31,"71"0"47,52 0-62</inkml:trace>
  <inkml:trace contextRef="#ctx0" brushRef="#br0" timeOffset="197320.07">29880 15663 0,'0'0'31</inkml:trace>
  <inkml:trace contextRef="#ctx0" brushRef="#br0" timeOffset="204745.43">19861 4939 0,'89'-18'94,"228"18"-63,18-17 0</inkml:trace>
  <inkml:trace contextRef="#ctx0" brushRef="#br0" timeOffset="206389.88">15981 7091 0,'0'0'15,"17"-18"64,1 18-64,53 0 1,158 0 15,-211 0-15,70-17 15,-71 17 125</inkml:trace>
  <inkml:trace contextRef="#ctx0" brushRef="#br0" timeOffset="-195216.45">15857 10954 0,'-17'-18'125,"34"18"-78,89 0-16,53 0 16,-36 0-16,-34 0 16,158-18 0,-195 1-16,54 17 16,-88 0-47,141 0 31,-71 0 16,-35 0 0,17 0-16,124 0 16,-176 0-16</inkml:trace>
  <inkml:trace contextRef="#ctx0" brushRef="#br0" timeOffset="-188635.89">21907 11007 0,'36'0'203,"-19"0"-156,19 0 0,-19 0-16,54 0 16,-18 0 47,53 17-63,-18 1 16,53-18-16,-106 0-15,71 35 15,35-35 16,-70 0-16,17-35 16,-70 17-47,17 1 47,0-1-16,0-35 16,-17 18-16,-18 17 94</inkml:trace>
  <inkml:trace contextRef="#ctx0" brushRef="#br0" timeOffset="-179334.78">22666 10936 0,'53'0'156,"35"-18"-140,-70 18 15,17 0 16,0 0 0,-17 0-16</inkml:trace>
  <inkml:trace contextRef="#ctx0" brushRef="#br0" timeOffset="-177958.21">23195 10971 0,'0'-17'62,"88"34"-15,53 54-16,-70-53 32,-18-18-63,70 35 31,-17-35 16,35 0 0,-105 0-47,-1 0 31,35-53 16,-34-18 0,-19 54-16,36-19 16,-35 19 31</inkml:trace>
  <inkml:trace contextRef="#ctx0" brushRef="#br0" timeOffset="-177254.05">23989 10883 0,'-18'0'47,"54"0"47,122-53-63,-87 36 16</inkml:trace>
  <inkml:trace contextRef="#ctx0" brushRef="#br0" timeOffset="-167837.58">19791 10883 0,'0'71'93,"0"35"-77,0-71-16,0 53 47,0-17-16,-35-36 0</inkml:trace>
  <inkml:trace contextRef="#ctx0" brushRef="#br0" timeOffset="-167132.41">19473 10989 0,'0'0'15,"71"-35"16,-36 17-15,142-52 15,-36 17 32,-141 35-63,17 18 94,19 106-63,-1-71-31,53 106 31,-53-123 16,-35-1 62,0 19-109</inkml:trace>
  <inkml:trace contextRef="#ctx0" brushRef="#br0" timeOffset="-165003.43">17851 10918 0,'176'36'31,"159"140"16,-123 1 0</inkml:trace>
  <inkml:trace contextRef="#ctx0" brushRef="#br0" timeOffset="-164299.84">18433 10989 0,'-388'-35'62,"-18"-1"-15,388 36-16,1 0 16,122 142-16,142 16 16,-211-140-47,-19 17 47,1-35 78</inkml:trace>
  <inkml:trace contextRef="#ctx0" brushRef="#br0" timeOffset="-158668.18">25365 10954 0,'17'0'31,"19"176"32,-19-88-16,-17-70-16</inkml:trace>
  <inkml:trace contextRef="#ctx0" brushRef="#br0" timeOffset="-158252.91">25435 10918 0,'0'-17'32,"-176"123"-17,105-53 32,89-53 47</inkml:trace>
  <inkml:trace contextRef="#ctx0" brushRef="#br0" timeOffset="-157918.97">25453 10901 0,'18'0'16,"-36"0"-16,194 35 47,-105-17 0</inkml:trace>
  <inkml:trace contextRef="#ctx0" brushRef="#br0" timeOffset="-154387.59">18644 9966 0,'-88'0'141,"-194"53"-94,88 17-32,159-52 32,35 0 16,-71 88-32,36 35 16,35-88-16,-18-53 79</inkml:trace>
  <inkml:trace contextRef="#ctx0" brushRef="#br0" timeOffset="-153667.29">17851 10178 0,'0'105'94,"0"37"-47,0-125 0,52-34 15,213-36-15,-212 35-47,53-17 63,-89 17-32</inkml:trace>
  <inkml:trace contextRef="#ctx0" brushRef="#br0" timeOffset="-132966.68">15646 10601 0,'0'0'0,"-18"53"140,0 17-124,1-70-16,17 89 31,0-54 32</inkml:trace>
  <inkml:trace contextRef="#ctx0" brushRef="#br0" timeOffset="-132139.08">15575 10495 0,'0'-18'62,"71"18"-31,-54 0-15,19 0 15,-1-35 16,-35-53-16,-35 35 16,-1 53 0,1 0-16,0 18 32,35 70-32</inkml:trace>
  <inkml:trace contextRef="#ctx0" brushRef="#br0" timeOffset="-125833.33">15522 10389 0,'-17'0'78,"-36"88"-31,53 89-16,35-1 16,-17-158-47,34 52 31,54-52 16,-35-18-16,-1-123 16,-70 17-16,18-35 16,-18 0 0,0 88 0,0 35 0,-35 18 0,17 0-47,-35 0 31,18 35 16,17 1-16,1-19 16,17 1 31</inkml:trace>
  <inkml:trace contextRef="#ctx0" brushRef="#br0" timeOffset="-124509.9">24377 10989 0</inkml:trace>
  <inkml:trace contextRef="#ctx0" brushRef="#br0" timeOffset="-120962.58">15434 10319 0,'71'88'78,"52"71"-62,36 88 31,-142-230-16,19 1 16,-36 17 0</inkml:trace>
  <inkml:trace contextRef="#ctx0" brushRef="#br0" timeOffset="-120337.49">16034 10248 0,'-159'53'78,"-335"282"-47,476-299-15,-123 105 15,141-106 0</inkml:trace>
  <inkml:trace contextRef="#ctx0" brushRef="#br0" timeOffset="-63763.98">24218 14323 0,'0'0'0,"-17"0"31,-19-36 0,-122 36 0,-89 18 16,35 176-16,159-106 16,35-70 110</inkml:trace>
  <inkml:trace contextRef="#ctx0" brushRef="#br0" timeOffset="-63171.83">23389 14358 0,'0'53'47,"0"35"0,0-53 0,71 18-16,-36 0 16,88-35-16,-87-18-15,17 0 15,-18 0 16</inkml:trace>
  <inkml:trace contextRef="#ctx0" brushRef="#br0" timeOffset="-59505.1">18944 15522 0,'18'0'125,"440"-53"-78,107 36-16,35 17 32,-530 0-63,89 53 31,53 176 16,-142-159-16,-52-52 16,35-194 0,88 17 0,494 35-16,-353 72 16,-264 52-16</inkml:trace>
  <inkml:trace contextRef="#ctx0" brushRef="#br0" timeOffset="-58045.72">18556 14605 0,'0'0'0,"35"-35"32,-35 17-17,0 0-15,-17-17 47,-89 0 0,35 17-47,-123 18 31,-17 0 16,17 0-16,0 88 16,123-35 0,36-17-16</inkml:trace>
  <inkml:trace contextRef="#ctx0" brushRef="#br0" timeOffset="-57502.91">17427 14464 0,'-35'141'78,"35"-88"-31,0-35 31,194-18-47,-141 0 16,-18 0 0,-17 0-16</inkml:trace>
  <inkml:trace contextRef="#ctx0" brushRef="#br0" timeOffset="36078.32">20655 8537 0,'0'0'0,"0"-35"47,0-18-32,-282 35 32,35 71-16,141 124 16,71-1 0,0-35-16</inkml:trace>
  <inkml:trace contextRef="#ctx0" brushRef="#br0" timeOffset="36525.64">19897 8749 0,'0'141'94,"0"-106"-63,17-35 16,107-53 0,87-35-16,-158 53 16,-35 35-47,35 0 31</inkml:trace>
  <inkml:trace contextRef="#ctx0" brushRef="#br0" timeOffset="37165.83">20884 8149 0,'53'35'78,"36"-35"-47,-54 0-15,-18 0-16,72-70 31,-72-107 16,-17 107 0,-88 70-16,0 70 16,70 89-16,18-123 0</inkml:trace>
  <inkml:trace contextRef="#ctx0" brushRef="#br0" timeOffset="40877.16">20161 13159 0,'-229'317'46,"-194"283"17,387-512-32,36-53 16,0-17 0</inkml:trace>
  <inkml:trace contextRef="#ctx0" brushRef="#br0" timeOffset="41530.45">20285 12788 0,'35'0'31,"0"0"-15,36 0 31,88-53-16,-124-105 16,-53 105-16,-70 53 0,0 0 16,88 17-31,0 107 31,0-89-32</inkml:trace>
  <inkml:trace contextRef="#ctx0" brushRef="#br0" timeOffset="42999.95">22578 14340 0,'-18'0'62,"18"-17"-31,212-19 32,141 36-32,-301 0-31,-16-17 47</inkml:trace>
  <inkml:trace contextRef="#ctx0" brushRef="#br0" timeOffset="59114.6">20426 7726 0,'0'0'0,"88"-124"31,0-105 0,0 35 32,-70 159-16,-18 493 31,0-264-47,0-176 79</inkml:trace>
  <inkml:trace contextRef="#ctx0" brushRef="#br0" timeOffset="59916.63">21713 7743 0,'-423'177'31,"-282"176"16,599-248-16,106-69 16,0-19-47,17 1 31</inkml:trace>
  <inkml:trace contextRef="#ctx0" brushRef="#br0" timeOffset="64491.59">20461 12312 0,'0'-18'31,"-141"353"16,106-123-16,35-194 16</inkml:trace>
  <inkml:trace contextRef="#ctx0" brushRef="#br0" timeOffset="64858.81">20655 12206 0,'0'265'62,"-18"70"-15,18-282-16</inkml:trace>
  <inkml:trace contextRef="#ctx0" brushRef="#br0" timeOffset="65289.29">20197 12577 0,'88'-106'62,"176"17"-15,-158 89-16,-88 0 16</inkml:trace>
  <inkml:trace contextRef="#ctx0" brushRef="#br0" timeOffset="65608.93">20073 12735 0,'212'-17'78,"88"-54"-47,-177 53 32,36 18-32</inkml:trace>
  <inkml:trace contextRef="#ctx0" brushRef="#br0" timeOffset="66249.03">21220 12612 0</inkml:trace>
  <inkml:trace contextRef="#ctx0" brushRef="#br0" timeOffset="69284.55">18433 14252 0,'0'-17'47,"35"-1"15,265 18 1,-230 0-63,177-18 47,-159 18-16,71 71 16,-141-54-16,-1-17 94,125-52-78,157 34-16,-34 18 16,-212 0-31,212-18 15,17-17 0,-141 35 32,-71 0-48,-52-18 32</inkml:trace>
  <inkml:trace contextRef="#ctx0" brushRef="#br0" timeOffset="80374.87">21078 12365 0,'36'-18'109,"-19"1"-93,142-36 15,0 35 16,-71 18 0,53 0 0,-123 0-47,105 0 31,-35 53 16,-35 0 0,-53 0-16,0-36-31,0 54 47,-17 52 0,-19-52-16,-16 0 16,-72-36-16,36 0 16,-36-35-16,1 0 16,-1 0 0,72 0-16,16 0-31,-70-35 63,54-18-16,34 53-47,-35-53 31,0-18 16,18 19 0,17 34-47,18-35 31,0-35 16,0 35-16,53 0 16,0 53-47,18 0 31,34 0 16,-34 0 0,-1 0 0</inkml:trace>
  <inkml:trace contextRef="#ctx0" brushRef="#br0" timeOffset="84081.68">20726 12435 0,'17'0'47,"107"-53"-32,-89 53-15,194-52 47,-193 52 0,-107 0 62,-70 0-93,106 0 31,123 0 94,88 0-126,-264 0 95,-159 17-95,159 1 32,229-18 47,-53 0-79,-105 0 126,-1 0-16</inkml:trace>
  <inkml:trace contextRef="#ctx0" brushRef="#br0" timeOffset="116195.33">22860 14199 0,'53'0'125,"35"0"-109,36 0 15,-107 0 16,-52 36 47,-265-19-63,212 18 16,106-35 47,87 0-63,-87 0 0</inkml:trace>
</inkml:ink>
</file>

<file path=ppt/ink/ink51.xml><?xml version="1.0" encoding="utf-8"?>
<inkml:ink xmlns:inkml="http://www.w3.org/2003/InkML">
  <inkml:definitions>
    <inkml:context xml:id="ctx0">
      <inkml:inkSource xml:id="inkSrc0">
        <inkml:traceFormat>
          <inkml:channel name="X" type="integer" max="5760" units="cm"/>
          <inkml:channel name="Y" type="integer" max="2160" units="cm"/>
          <inkml:channel name="T" type="integer" max="2.14748E9" units="dev"/>
        </inkml:traceFormat>
        <inkml:channelProperties>
          <inkml:channelProperty channel="X" name="resolution" value="167.44186" units="1/cm"/>
          <inkml:channelProperty channel="Y" name="resolution" value="111.34021" units="1/cm"/>
          <inkml:channelProperty channel="T" name="resolution" value="1" units="1/dev"/>
        </inkml:channelProperties>
      </inkml:inkSource>
      <inkml:timestamp xml:id="ts0" timeString="2025-11-18T19:25:51.323"/>
    </inkml:context>
    <inkml:brush xml:id="br0">
      <inkml:brushProperty name="width" value="0.05292" units="cm"/>
      <inkml:brushProperty name="height" value="0.05292" units="cm"/>
      <inkml:brushProperty name="color" value="#FF0000"/>
    </inkml:brush>
  </inkml:definitions>
  <inkml:trace contextRef="#ctx0" brushRef="#br0">2222 4639 0,'36'0'94,"281"0"-63,71 0 0,124 0 32,-424 0-63,247 0 31,18 0 16,-247-18-16,-89 18 94</inkml:trace>
  <inkml:trace contextRef="#ctx0" brushRef="#br0" timeOffset="911.31">5468 4621 0,'265'0'141,"87"0"-110,-316 0-15,70 0 15,17 0 16,18 0-16,-123 0 16</inkml:trace>
  <inkml:trace contextRef="#ctx0" brushRef="#br0" timeOffset="4746.34">3140 5362 0,'53'0'63,"335"-35"-32,35 17 16,53 18-16,-88 0 16,-158 0-16,-89 0 32,-124 0-32,1 0 141,17 0-125,212 0-16,124 0 16,175 0 0,-16 0-16,-160-70 16,-35 52-16,-17 18 16,-71 0 0,-53 0-16,-141 0-31,211 0 47,-70 0-16,0 0 16,-106 0 0,-17 0 0</inkml:trace>
  <inkml:trace contextRef="#ctx0" brushRef="#br0" timeOffset="6662.16">2646 6473 0,'35'0'63,"300"0"-32,283 0 0,440 0 16,-158 0-16,17 0 16,-176 0 0,-371 0 0,36 0-16,-71 0 16,-71 0-16,-158 0 16</inkml:trace>
  <inkml:trace contextRef="#ctx0" brushRef="#br0" timeOffset="11116.57">864 1182 0,'0'106'79,"0"17"-64,0 18 32,0-70-16</inkml:trace>
  <inkml:trace contextRef="#ctx0" brushRef="#br0" timeOffset="11660.39">1199 1164 0,'18'-35'16,"-36"70"-16,54-105 0,-1 17 31,-35 35-31,18-70 47,-18 70-16,-124 389 47,124 105-15,71-317-32,-71-106 16,0-36-16</inkml:trace>
  <inkml:trace contextRef="#ctx0" brushRef="#br0" timeOffset="11947.76">1235 1711 0,'0'-53'31,"35"-35"16,18 70-47,106-35 31,-106 36-15,-36-1-1</inkml:trace>
  <inkml:trace contextRef="#ctx0" brushRef="#br0" timeOffset="14487.33">1799 864 0,'0'0'0,"-35"-53"47,-18 142-16,124 369 16,34-140-16,-105-301 32,-17-17-63,-71 0 31,52-35 16,318-212-16,-105-35 16,-160 17 0,-17 177 0,-70 388 31,88-53-47,-1-247-15,124 0 15,53-124 16,-158 72-47,-19-54 31,-34 194 47,52 35-31,141-123 0,-52-176-16,-124 158-31,0 1 47,17 105-16,-17 88 32,18-140-32,70-248 16,-17 106 0,-36 159 0,18 123-16,-18-176 16,71-53-16,-53-70 16,-53-18 0,-71 141-16,-211 282 16,282-247-47,-17 106 31,158-123 16,88-388 0,-194 246 0,-35 142-16,71 211 0,-18-194 16,158-176 0,-140 106-16,-71 70 32,0 54-16,0-72-16,106-140 16,-53 105-16,-18 53 16,-17 1 0,52-36-16,36-71 16,-88 71-16,17 0-15,71 88 15,-71-70 16,-88-18-31</inkml:trace>
  <inkml:trace contextRef="#ctx0" brushRef="#br0" timeOffset="15157.63">2117 864 0,'0'-17'94,"352"-124"-47,-105 52-16,-211 89 16</inkml:trace>
  <inkml:trace contextRef="#ctx0" brushRef="#br0" timeOffset="16534.81">2328 2117 0,'0'-18'62,"-546"159"-15,157 159-16,337-247 16,52 0 31,211 317-31,-34 1 0,-107-213-16,-70-122 16,0-19-16,0 19 126</inkml:trace>
  <inkml:trace contextRef="#ctx0" brushRef="#br0" timeOffset="17364.83">1446 3492 0,'0'0'0,"124"89"94,52 34-47,-140-88-47,-19-35 94,1-17-16,17-283-47,-17 247-31,35-106 47,-18 142-16,-17 17 32</inkml:trace>
  <inkml:trace contextRef="#ctx0" brushRef="#br0" timeOffset="18583.28">5062 811 0,'0'71'94,"0"52"-78,18-34 15,105-213 63,-105-52-63,-18 158-31,0-70 47,-53 88-16,36 0 16,-19 0-16,36 53 32,0-36-48</inkml:trace>
  <inkml:trace contextRef="#ctx0" brushRef="#br0" timeOffset="19318.24">5715 617 0,'0'0'16,"35"-17"15,-17-1-31,35-70 47,-53-18-16,0 71 16,-71 141 0,54-53-47,-107 423 47,89-123-16,17-318 63,1-35-79</inkml:trace>
  <inkml:trace contextRef="#ctx0" brushRef="#br0" timeOffset="19700.75">5521 970 0,'0'-18'16,"0"36"-16,35-53 47,-17 35-47,141-18 31,123-52 16,-247 70-16</inkml:trace>
  <inkml:trace contextRef="#ctx0" brushRef="#br0" timeOffset="21075.86">6491 423 0,'0'0'0,"-53"-70"15,-70 17 16,35 159 32,88-36-63,-18 265 47,18 18-16,0-282 16,-88-89 0,70-35-47,18-53 31,106 18 16,-71 53-47,159-159 31,-141-106 16,-53 141-16,0 389 63,71 175-47,17-334-16,124-177 16,-177 88-47,18-105 31,-53 88 16,-71 70 0,71 124 0,106-71-16,17-88 16,-105 0-47,0 0 47,17 0 15</inkml:trace>
  <inkml:trace contextRef="#ctx0" brushRef="#br0" timeOffset="21941.43">7108 653 0,'0'-18'31,"0"36"-31,-52 17 78,-37 406-47,89-388 16,-35-36 0,35-228 0,159 123-16,229 88 16,-194-36-16,-194-70 16,-18 54 0,-70 69 0,18 283-16,70-229 0,123-107 16,36-140-16</inkml:trace>
  <inkml:trace contextRef="#ctx0" brushRef="#br0" timeOffset="22914.31">7990 706 0,'-70'17'31,"-18"142"16,88-36 0,53-105-16,141-247 16,-194 282 31,17 105-31,1-140-47,0-18 31,87-123 16,-34 87-16,17 54 32,-70 35-63,17 17 31,-17-70 16,105-141-16,106 106 16,-158 35-47,52 53 47,-70 53-16,-17-36 0,-36-52 63</inkml:trace>
  <inkml:trace contextRef="#ctx0" brushRef="#br0" timeOffset="23570.92">6332 512 0,'71'-18'47,"299"18"-16,-193 0 16</inkml:trace>
  <inkml:trace contextRef="#ctx0" brushRef="#br0" timeOffset="24578.85">5680 1640 0,'0'-17'31,"-230"-1"0,-475 18 16,35 265 0,193 52 0,107 89 0,-18 176 0,353-547-47,-36 124 31,36-106 16,17-35-16</inkml:trace>
  <inkml:trace contextRef="#ctx0" brushRef="#br0" timeOffset="25123.06">2628 3157 0,'0'106'94,"0"159"-63,0-248 32,212-122 15,105-37-31,-299 125 0,0 17 15</inkml:trace>
  <inkml:trace contextRef="#ctx0" brushRef="#br0" timeOffset="35450.01">7461 9913 0,'0'0'0,"0"-53"47,177 35 0,599 18-16,159 0 16,-794 0-47,635 0 31,-212 0 32,-387 0-32,-160 0 16</inkml:trace>
  <inkml:trace contextRef="#ctx0" brushRef="#br0" timeOffset="48583.84">17974 1676 0,'18'-18'62,"35"18"-31,123 0 16,36 0 0,-142 0-47,124 0 31,36-35 16,-36 35-16,35-18 16,-212 0-31,72 18 31,-36 0-16,-18 0 47</inkml:trace>
  <inkml:trace contextRef="#ctx0" brushRef="#br0" timeOffset="50406.04">21996 653 0,'-18'-18'47,"-17"0"-31,-142-35-1,142 53 1,-141-70 15,123 70 16,18 0-16,-89 0 32,-70 70-16,-53 124-16,229-176 16,1 0 78,-1-18-109</inkml:trace>
  <inkml:trace contextRef="#ctx0" brushRef="#br0" timeOffset="51077.17">20796 547 0,'0'-18'47,"36"159"0,-36-88-47,0 35 31,0-52-15,17-19 109,265-17-78,-141 0-16,-123 18 94</inkml:trace>
  <inkml:trace contextRef="#ctx0" brushRef="#br0" timeOffset="56206.9">16598 10142 0,'18'-35'63,"193"17"-32,-140 18-31,388 0 47,-230-35-16,-194 18 16</inkml:trace>
  <inkml:trace contextRef="#ctx0" brushRef="#br0" timeOffset="63660.27">19614 12612 0,'0'0'0,"0"-18"31,-35-52 16,-71 52-16,18 36 16,53-1 0,-36 71-16,54-35 16,17-17-16,0 34 16,0-35 0</inkml:trace>
  <inkml:trace contextRef="#ctx0" brushRef="#br0" timeOffset="64362.74">19085 12665 0,'36'-18'62,"16"124"-15,-16-18-16,-1-53 16,71-123 31,-36 35-31,1 36-16,-18 17 16</inkml:trace>
  <inkml:trace contextRef="#ctx0" brushRef="#br0" timeOffset="68110.45">17992 11183 0,'35'0'125,"124"0"-109,-89 0 15,-34 0 16</inkml:trace>
  <inkml:trace contextRef="#ctx0" brushRef="#br0" timeOffset="199341.44">22331 758 0,'0'-70'31,"53"-36"0,-18 88 16,18-52-16,-18 35 0,-35 105 63,0 248-47,0-283-47,0 141 47,18-158 0</inkml:trace>
  <inkml:trace contextRef="#ctx0" brushRef="#br0" timeOffset="210405.79">18062 2275 0,'18'-17'94,"211"17"-47,142 0-16,-213 0 16,-122 0-47,-1 0 31,-17 0 16</inkml:trace>
  <inkml:trace contextRef="#ctx0" brushRef="#br0" timeOffset="-207023.8">16122 2805 0,'18'-36'94,"-1"19"-79,1 17 32,70 0 0,-70 0-16</inkml:trace>
  <inkml:trace contextRef="#ctx0" brushRef="#br0" timeOffset="-203299.24">22913 2840 0,'53'-18'78,"723"18"-15,-564 0-32,-124 0 16</inkml:trace>
  <inkml:trace contextRef="#ctx0" brushRef="#br0" timeOffset="-200186.38">18027 2893 0,'35'0'78,"71"0"-62,-53 0-16,176 0 47,-158 0-47,88 0 31</inkml:trace>
  <inkml:trace contextRef="#ctx0" brushRef="#br0" timeOffset="-188506.85">18768 5256 0,'0'-17'62,"35"-71"-46,36-54 15,-1 37 16,-52 87 0,-18 36 31,-35 158-47,35-141-15,0 89 15,0-107 157,0 1-188</inkml:trace>
  <inkml:trace contextRef="#ctx0" brushRef="#br0" timeOffset="-184426.48">20108 4604 0,'0'88'16,"0"124"-1,0-18 32,18-194 16,17-106-32</inkml:trace>
  <inkml:trace contextRef="#ctx0" brushRef="#br0" timeOffset="-184091.45">20320 4621 0,'0'159'62,"0"35"-15,-18-141 0,-17-53-31</inkml:trace>
  <inkml:trace contextRef="#ctx0" brushRef="#br0" timeOffset="-183754.78">19967 4939 0,'0'0'0,"0"-18"0,141-88 31,0 71 16,-52 35-16,-54 0-15</inkml:trace>
  <inkml:trace contextRef="#ctx0" brushRef="#br0" timeOffset="-183385.03">19897 5115 0,'17'0'31,"142"-53"0,17 0 16,-70 36 0</inkml:trace>
  <inkml:trace contextRef="#ctx0" brushRef="#br0" timeOffset="-182680.58">20514 4392 0,'0'282'47,"0"36"-16,71-371 47,34-53-31,-52 106 0,18 141-16,-106-88 16,-36-53-16,53 0-31,1-35 47</inkml:trace>
  <inkml:trace contextRef="#ctx0" brushRef="#br0" timeOffset="-181590.82">21043 4745 0,'53'0'109,"53"-18"-62,-88 1-16,52 458 16,-17-283-47,-35 89 31,-18-229-15,0 17 15,-53-194 16,53 89-47,159-159 31,-107 158-31,125-247 47,-142-52-16,-35 317-31,0-53 47,-123 247 0,17 530-16,106-442 16,35-229-31,124-141 15,-142-18 0,125 142 47,210 87-15,-352-17-16,-158 18-16,-178-54 16,266-17-47</inkml:trace>
  <inkml:trace contextRef="#ctx0" brushRef="#br0" timeOffset="-181339.04">21220 4639 0,'0'-18'0,"194"-70"47,335 88-16,-459 0-15,-17 0 0</inkml:trace>
  <inkml:trace contextRef="#ctx0" brushRef="#br0" timeOffset="-175931.54">27517 2822 0,'0'-53'47,"917"-70"0,-194 35-16,-652 88 16,-54 0-47</inkml:trace>
  <inkml:trace contextRef="#ctx0" brushRef="#br0" timeOffset="-174797.37">27622 2699 0,'-17'511'78,"17"548"-31,0-618-16,0-371 16,0 1-16,35-36 16,336-35 0,616-71-16,-158 71 16,-423 36-16,-388-301 63,-142-370-63,-52-106 32,141 194-32,35 283 0,-53 123 32,53 123-32,0 0 16</inkml:trace>
  <inkml:trace contextRef="#ctx0" brushRef="#br0" timeOffset="-168873.44">23019 8273 0,'0'0'0,"17"-18"0,19 0 16,34-17-16,706-71 47,565-70 0,158 158-16,318 18 0,-1517-53-15,441-70 15,-212 70 16,-300 53-16,53-35 16,-229 17-31,230 18-1,-160 0 1,300 0 15,-352 0-15,88-18 15,-1-35 16,125-17 0,-248 70 31</inkml:trace>
  <inkml:trace contextRef="#ctx0" brushRef="#br0" timeOffset="-166715.43">23036 8378 0,'0'0'0,"0"18"78,124 793-47,-36-176 0,-88-458 16,18-159 0,52-54-16,265-52 16,724 0 0,369 88-16,-1092 0-31,1216 0 47,-159 0-16,-617 0 16,283-18-16,-318-88 16,-653 53-31,265 18 31,-1-18-16,-105 36 16,-35 17-16,-142 0-15,230 0 15,-88 0 16,-212-18-16,0 0 16,0-17-16,-53-88 16,-70-248 0,34 18-16,54 36 16,-35-18-16,17 70 16,35 212-47,18 36 47,-53-1-16,-370 18 32,35-71-16,141 54-16,-212 17 16,283 0-16,158 0 47,-17 0-62</inkml:trace>
  <inkml:trace contextRef="#ctx0" brushRef="#br0" timeOffset="-164954.2">26952 11307 0,'0'0'0,"0"-36"47,53 36-16,953-35 0,140-53 16,-793 35 0,-336 35-16</inkml:trace>
  <inkml:trace contextRef="#ctx0" brushRef="#br0" timeOffset="-163040.43">28134 212 0,'-35'123'46,"35"142"-30,158 387 31,125-369-16,-266-283-15,160-212 15,-142 88-31,36-158 47,-71 247 0,-18 229-16,18-18 16,0-140-47,106-1 31,-89-35-31,142-229 47,-124 123-16,-17 88 32,317 300-32,-300-246-31,71 34 47,-53-211 0,0-18-47</inkml:trace>
  <inkml:trace contextRef="#ctx0" brushRef="#br0" timeOffset="-162843.83">29774 935 0,'-194'141'47,"141"-88"-47,-211 229 31,264-247 16</inkml:trace>
  <inkml:trace contextRef="#ctx0" brushRef="#br0" timeOffset="-162250.45">29986 123 0,'0'-17'31,"106"511"0,-18-53 16,-35-371-16,176-334 16,-193 246-16,52 177 32,-53-71-32,0-212 16,-52 19 0,-107 122-16,107 1-15,-1-18-1</inkml:trace>
  <inkml:trace contextRef="#ctx0" brushRef="#br0" timeOffset="-162006.8">30268 758 0,'124'-88'62,"193"0"-15</inkml:trace>
  <inkml:trace contextRef="#ctx0" brushRef="#br0" timeOffset="-161596.64">28063 811 0,'0'-17'78,"1041"-142"-47,-812 159-15,89 0 15</inkml:trace>
  <inkml:trace contextRef="#ctx0" brushRef="#br0" timeOffset="-159623.64">27146 2946 0,'-17'0'15,"-19"35"32,72 53-16,17-88 16,-36 0-31,71 0 15,-35-35 0,-35-71 16,-53 18-16,-54 88 16,1 0 16,53 35-32,17 71 16</inkml:trace>
  <inkml:trace contextRef="#ctx0" brushRef="#br0" timeOffset="-158843.39">27058 3616 0,'18'0'31,"-1"0"-31,36 0 47,0-124-16,-53 107 16,0-1 31,-35 177 16,35-36-47,0-105-47,0 0 47</inkml:trace>
  <inkml:trace contextRef="#ctx0" brushRef="#br0" timeOffset="-158007.74">27058 4092 0,'-18'-17'47,"18"-36"-16,89 53 16,-36 0 16,-53 105-32,-36-16 16,-52-54-16,70-35 16,18 53 0,0-18-16,53-17 16,18-18-16,-36 17 16,-35 1 0</inkml:trace>
  <inkml:trace contextRef="#ctx0" brushRef="#br0" timeOffset="-156584.89">27993 2857 0,'0'106'94,"53"141"-47,-71-247 31,1 0-31,52-70 0,194-71-16,-211 123 16,-1 18-16,1 0 16,17 0-16,-35-106 32</inkml:trace>
  <inkml:trace contextRef="#ctx0" brushRef="#br0" timeOffset="-156090.53">28522 2734 0,'53'0'63,"-106"0"-63,159 194 31,-106-141 16,-18-53-16,177-88 16,-36 0 0,-140 70 31,-107 159-47,89-88-15,17 18 0</inkml:trace>
  <inkml:trace contextRef="#ctx0" brushRef="#br0" timeOffset="-155387.14">27817 3528 0,'17'0'15,"36"229"32,-18-105 16,-17-213-32,17-281 16,-17 317-16,123 53 16,-141 53 31,-53-18-31,-17 18-16</inkml:trace>
  <inkml:trace contextRef="#ctx0" brushRef="#br0" timeOffset="-154956.85">28275 3687 0,'0'0'0,"35"-36"15,18-34 32,-35 70-16,-71-18 16,-70 124 0,175-18 0,125-88 0,-71-70-31</inkml:trace>
  <inkml:trace contextRef="#ctx0" brushRef="#br0" timeOffset="-153755.83">28646 3440 0,'-71'35'47,"71"88"-16,71-176 63,-71-246-63,0 210 16,35 266 31,18 70-31,-36-247-16,1 0 32,0 0-63,-1-89 47,1 72-16,88 87 16,-89 36 0,36-176 31,18-1-47,-1 71 16,-34 0-16,-19-35 16,-17-18 0,-35 53 0,-35 88-16,70 0 16,0-70-47</inkml:trace>
  <inkml:trace contextRef="#ctx0" brushRef="#br0" timeOffset="-151707.97">23248 8326 0,'18'0'47,"105"52"-32,124 125 32,-176-124-16,-54-71 16,-17-52-31</inkml:trace>
  <inkml:trace contextRef="#ctx0" brushRef="#br0" timeOffset="-151389.16">23689 8255 0,'-176'88'31,"352"-176"-31,-493 300 47</inkml:trace>
  <inkml:trace contextRef="#ctx0" brushRef="#br0" timeOffset="-151052.67">23530 8184 0,'141'18'31,"247"282"16,-370-300-47,88 53 31,-88-53 16,-1 0-31</inkml:trace>
  <inkml:trace contextRef="#ctx0" brushRef="#br0" timeOffset="-150637.25">24183 8326 0,'-18'-18'15,"-176"141"32,106-34 0</inkml:trace>
  <inkml:trace contextRef="#ctx0" brushRef="#br0" timeOffset="-150222.05">24377 8114 0,'53'-18'47,"-53"36"-31,53 246-1,-53-175 48,0-72-47</inkml:trace>
  <inkml:trace contextRef="#ctx0" brushRef="#br0" timeOffset="-149876.77">24659 8961 0,'53'-18'47,"-53"0"-47,0-35 31,-53 36 16,36-19 31</inkml:trace>
  <inkml:trace contextRef="#ctx0" brushRef="#br0" timeOffset="-149581.31">24747 8079 0,'53'0'47,"-35"229"-32,52-53 32,-34-70-15</inkml:trace>
  <inkml:trace contextRef="#ctx0" brushRef="#br0" timeOffset="-149247.42">25153 9066 0,'18'0'47,"-36"0"-47,71-17 31,-53-177 16,-35 141-47,-1 0 31,36 106 32</inkml:trace>
  <inkml:trace contextRef="#ctx0" brushRef="#br0" timeOffset="-148707.7">25541 8061 0,'-88'0'47,"-18"159"0,194-36-16,247-88 16,-299-35-47,-1 0 16</inkml:trace>
  <inkml:trace contextRef="#ctx0" brushRef="#br0" timeOffset="-148387.81">26158 8079 0,'-158'17'31,"17"177"16,194-53-16,193-88 16,-228-53-31</inkml:trace>
  <inkml:trace contextRef="#ctx0" brushRef="#br0" timeOffset="-147876.04">26564 8061 0,'0'176'78,"0"-123"-47</inkml:trace>
  <inkml:trace contextRef="#ctx0" brushRef="#br0" timeOffset="-147588.45">26829 7902 0,'35'124'47,"-70"-248"-47,88 442 47</inkml:trace>
  <inkml:trace contextRef="#ctx0" brushRef="#br0" timeOffset="-147300.59">26547 8149 0,'0'0'0,"264"-53"62,-88 18 1</inkml:trace>
  <inkml:trace contextRef="#ctx0" brushRef="#br0" timeOffset="-147044.02">26441 8343 0,'53'0'31,"211"-35"0,-211 17 0</inkml:trace>
  <inkml:trace contextRef="#ctx0" brushRef="#br0" timeOffset="-146756.49">27234 7973 0,'18'0'16,"-18"300"15,0-106 16,35-159-16,1-70-15</inkml:trace>
  <inkml:trace contextRef="#ctx0" brushRef="#br0" timeOffset="-146499.77">27428 8114 0,'53'70'31,"-53"124"16,0-158-47,18-19 31,-71-34 0</inkml:trace>
  <inkml:trace contextRef="#ctx0" brushRef="#br0" timeOffset="-146259.41">27129 8255 0,'35'-53'31,"18"35"-31,300-52 47,-301 70-16</inkml:trace>
  <inkml:trace contextRef="#ctx0" brushRef="#br0" timeOffset="-145924.85">27146 8343 0,'141'0'93,"71"0"-77,-18-35 15</inkml:trace>
  <inkml:trace contextRef="#ctx0" brushRef="#br0" timeOffset="-145124.04">28205 8043 0,'0'0'0,"-142"0"15,-104 141 32,246-70 0,211-53-16,-34-36 16,-142 0-31</inkml:trace>
  <inkml:trace contextRef="#ctx0" brushRef="#br0" timeOffset="-144756.46">28751 7955 0,'0'0'0,"-17"0"16,-124 35 15,-18 124 0,229-88 16,142-71-16,-141 0 1</inkml:trace>
  <inkml:trace contextRef="#ctx0" brushRef="#br0" timeOffset="-144469.05">29069 7814 0,'35'88'15,"-70"-176"-15,70 511 47,-35-387-47,18 17 47,35-89-16</inkml:trace>
  <inkml:trace contextRef="#ctx0" brushRef="#br0" timeOffset="-144166.21">29333 7867 0,'106'159'47,"-70"17"-16,-142-194 32</inkml:trace>
  <inkml:trace contextRef="#ctx0" brushRef="#br0" timeOffset="-143880.1">28928 8079 0,'106'0'62,"193"-53"1,-281 53-63,17-18 15</inkml:trace>
  <inkml:trace contextRef="#ctx0" brushRef="#br0" timeOffset="-143592.71">28751 8273 0,'0'0'16,"177"0"15,-89 0-15,0 0-16,283-71 31,-301 36 16</inkml:trace>
  <inkml:trace contextRef="#ctx0" brushRef="#br0" timeOffset="-143304.89">29898 7990 0,'0'212'62,"-18"-124"-15,18-264 0</inkml:trace>
  <inkml:trace contextRef="#ctx0" brushRef="#br0" timeOffset="-143049.09">30039 7761 0,'0'0'15,"35"0"-15,18 159 31,-53-89-15,0 89 15,0-106 32</inkml:trace>
  <inkml:trace contextRef="#ctx0" brushRef="#br0" timeOffset="-142714.58">29845 8149 0,'212'-106'78,"123"-17"-31,-353 140 16</inkml:trace>
  <inkml:trace contextRef="#ctx0" brushRef="#br0" timeOffset="-142458.67">29810 8184 0,'17'18'46,"283"-18"1</inkml:trace>
  <inkml:trace contextRef="#ctx0" brushRef="#br0" timeOffset="-137338.54">26335 7955 0,'0'18'47,"0"158"-31,0 53 15,0-317 79,0-53-95,0 18 32,0 105-16,0 265 63,0-159-63,0-176 79,0-71-95,0 142-15,-18-1 47,18 36 0,0 317 0,0-212 0,0-105-47,0-1 172</inkml:trace>
  <inkml:trace contextRef="#ctx0" brushRef="#br0" timeOffset="-136124.97">29651 8537 0</inkml:trace>
  <inkml:trace contextRef="#ctx0" brushRef="#br0" timeOffset="-122132.99">22119 8537 0,'18'18'93,"-1"-1"-77,125 36 15,-19-53 16,-88-105-16,-35 16 16,-35 54 0,-88 35-16,17 53 32,106 53-48,0-89 1</inkml:trace>
  <inkml:trace contextRef="#ctx0" brushRef="#br0" timeOffset="-121460.75">22401 9137 0,'36'-18'31,"-19"-88"0,54 1 16,-71 87-16,0 335 47,17-175-31,-17-107 63</inkml:trace>
  <inkml:trace contextRef="#ctx0" brushRef="#br0" timeOffset="-120882.1">21943 8520 0,'300'405'62,"176"-34"-31,-441-354 16,18-34 0,-53-54-31</inkml:trace>
  <inkml:trace contextRef="#ctx0" brushRef="#br0" timeOffset="-120460.97">22860 8449 0,'-388'265'31,"-247"352"16,529-458 0</inkml:trace>
  <inkml:trace contextRef="#ctx0" brushRef="#br0" timeOffset="-109259.53">26317 7973 0,'-17'-18'375,"-1"18"-281,-53-35-47,18 17-16,-35 18 16,0 0-16,53 0 16,-53-17 0</inkml:trace>
  <inkml:trace contextRef="#ctx0" brushRef="#br0" timeOffset="-107005.92">25823 7761 0,'0'0'0,"-247"-35"31,-35 0 16,247 35-47,-124 0 31,-176 0 16,-35 0 0,34 0-16,89 0 32,-70 17-16,246 1-47,-123 88 31,0 35 16,106-18-16,35 54 16,53-124-47,0 88 31,18 123 16,88-123 0,-18-70-16,-53-36-15,89 18 15,-107-18-15,213 54 15,17-54 0,52 18 16,-105-36 0,-123-17-47,176 0 31,123 0 16,-87-17 0,34-19 0,-105-52-16,-18 0 16,-53 18 0,-35-36-16,-71 70-15,36-52 15,-36-53 0,-35-35 16,0 158-47,0-123 47,-18-53 0,-70 53-16,-53 0 16,106 123-47,-71-52 31,35 52 16</inkml:trace>
  <inkml:trace contextRef="#ctx0" brushRef="#br0" timeOffset="-104584.5">26423 8625 0,'0'-35'15,"0"53"110,0-1-78,0-52 31,0 17-15,0 177 15,0-123-47,0-142 63,0 70-63,18 125 47,-1-36-31</inkml:trace>
  <inkml:trace contextRef="#ctx0" brushRef="#br0" timeOffset="-103080.56">26458 8784 0,'18'-17'125,"-18"-54"-78,-18 71-16,-35 0 16,159 0 313,88 0-345,-88 0-15,317 0 47,-299 0-47,335 0 31,52 18 16,89-18 0,-512 0-47,300 0 31,-300 0-31,336 0 47,-266 0-47,319 0 31,-301 0 16</inkml:trace>
  <inkml:trace contextRef="#ctx0" brushRef="#br0" timeOffset="-102138.7">30374 8502 0,'53'18'125,"229"87"-78,-264-69-47,17-19 31,0-17 16,-17 0-16,-36 53 79,-140 124-79,-1 17 16,141-177-16</inkml:trace>
  <inkml:trace contextRef="#ctx0" brushRef="#br0" timeOffset="-101051.95">28310 9243 0,'89'-71'94,"-36"-176"-47,-36 230-16,1 17 47,35 211-31,-53-175-31,35 122 15,0-52 0,-35-53 32</inkml:trace>
  <inkml:trace contextRef="#ctx0" brushRef="#br0" timeOffset="-81580.76">22578 6315 0,'0'-18'31,"247"-35"0,458 53 16,-387 0-16,-265 0 16</inkml:trace>
  <inkml:trace contextRef="#ctx0" brushRef="#br0" timeOffset="-80381.24">24677 4463 0,'-212'0'94,"-441"0"-63,583 0-31,17 0 47,-18 264 31,-87 212-31,140-387 0,18-54-16,0-17 32</inkml:trace>
  <inkml:trace contextRef="#ctx0" brushRef="#br0" timeOffset="-79836.51">23160 4957 0,'70'176'78,"124"247"-31,-176-405-16,70-53 16,177-177-16,-18 159 16,-194 53-47,194 0 47,-212 0-16</inkml:trace>
  <inkml:trace contextRef="#ctx0" brushRef="#br0" timeOffset="-72220.18">26494 8784 0,'53'229'63,"-53"124"-32,0-106 16,17-212-16,-34-123 47</inkml:trace>
  <inkml:trace contextRef="#ctx0" brushRef="#br0" timeOffset="-71290.36">26547 8361 0,'0'-18'31,"-106"195"16,17-54-47,-140 159 31,106-17 16,123-248-16,53-69 63,70-90-63,-88 72-15,124-142 15,-88 89 0,-54 70 32,54 106 15,176 247-31,-159-212 0,-123-123 78</inkml:trace>
  <inkml:trace contextRef="#ctx0" brushRef="#br0" timeOffset="-70506.7">26547 8643 0,'-353'212'78,"282"-106"-47,71-89 32,35-123 15,71 1-31,0 69-16,18-17 16,-71 53 31,70 141-31,-35-52-16,-53-72 16</inkml:trace>
  <inkml:trace contextRef="#ctx0" brushRef="#br0" timeOffset="-70040.33">26494 8520 0,'0'17'47,"176"213"0,-35-54-16,-106-141 16</inkml:trace>
  <inkml:trace contextRef="#ctx0" brushRef="#br0" timeOffset="-69500.07">26547 8661 0,'17'35'31,"-17"0"-15,0 265 15,35 53 16,1-265 0,-36-123 94,0-18-141</inkml:trace>
  <inkml:trace contextRef="#ctx0" brushRef="#br0" timeOffset="-68461.64">26458 8678 0,'-17'0'15,"-54"36"16,-141 228 32,177-123-32,159-211 63,70-160-63,-177 213-15,19-54 15,-1 54 16,35 17-16,-52 0-31,141 123 47,-53 18-16,-89-106-15,1 1 15</inkml:trace>
  <inkml:trace contextRef="#ctx0" brushRef="#br0" timeOffset="-67500.66">26405 8714 0,'-158'158'31,"34"36"16,142-264 78,141-107-94,-107 125 16,-34 34-16,70 88 16,177 160 0,-142-107 0,-87-88 0,-1-17-16</inkml:trace>
  <inkml:trace contextRef="#ctx0" brushRef="#br0" timeOffset="-66700.06">26511 8643 0,'0'35'94,"194"195"-47,-176-177 0</inkml:trace>
  <inkml:trace contextRef="#ctx0" brushRef="#br0" timeOffset="-66173.18">26476 8696 0,'-176'141'78,"52"71"-47,106-195-15,-17 1 15</inkml:trace>
  <inkml:trace contextRef="#ctx0" brushRef="#br0" timeOffset="-58883.85">23407 6473 0,'35'0'47,"71"0"0,-36-35-16,-70-35 0,-52 17 16,-37 106 0,72-18-47,17 159 31,70-88 32,54-106-32,-71-106 16,0 35-16,-36 71 16,18 212 0,-17-124-16,0-70 16,35-177 0,0 124-16,35 35 16,-35 106-16,-53-89 16,53-34 16</inkml:trace>
  <inkml:trace contextRef="#ctx0" brushRef="#br0" timeOffset="-58388.38">24518 6632 0,'0'-17'31,"-88"-1"32,53 18-63,-1 18 0,-52 70 31,88 71 16,88-89-16,0-176 16,-70-388 0,35 106-16,-53 335 16</inkml:trace>
</inkml:ink>
</file>

<file path=ppt/ink/ink52.xml><?xml version="1.0" encoding="utf-8"?>
<inkml:ink xmlns:inkml="http://www.w3.org/2003/InkML">
  <inkml:definitions>
    <inkml:context xml:id="ctx0">
      <inkml:inkSource xml:id="inkSrc0">
        <inkml:traceFormat>
          <inkml:channel name="X" type="integer" max="5760" units="cm"/>
          <inkml:channel name="Y" type="integer" max="2160" units="cm"/>
          <inkml:channel name="T" type="integer" max="2.14748E9" units="dev"/>
        </inkml:traceFormat>
        <inkml:channelProperties>
          <inkml:channelProperty channel="X" name="resolution" value="167.44186" units="1/cm"/>
          <inkml:channelProperty channel="Y" name="resolution" value="111.34021" units="1/cm"/>
          <inkml:channelProperty channel="T" name="resolution" value="1" units="1/dev"/>
        </inkml:channelProperties>
      </inkml:inkSource>
      <inkml:timestamp xml:id="ts0" timeString="2025-11-18T19:32:38.613"/>
    </inkml:context>
    <inkml:brush xml:id="br0">
      <inkml:brushProperty name="width" value="0.05292" units="cm"/>
      <inkml:brushProperty name="height" value="0.05292" units="cm"/>
      <inkml:brushProperty name="color" value="#FF0000"/>
    </inkml:brush>
  </inkml:definitions>
  <inkml:trace contextRef="#ctx0" brushRef="#br0">9119 3704 0,'53'-35'47,"353"17"16,652 18-32,177 0 0,-459-70 16,-88 70-16,-71 0 16,-193 0 0,-318-18 0,-71 18 0,88 0-16,-35 0 16,-35-18 0</inkml:trace>
  <inkml:trace contextRef="#ctx0" brushRef="#br0" timeOffset="3582.85">6438 5962 0,'35'0'15,"107"-18"32,122 1-16,530 17 32,-582 0-63,546 0 31,142 0 0,-124 0 16,-353 0-16,-370 0-15,0 0 15,-35 0-31,-1 0 94</inkml:trace>
  <inkml:trace contextRef="#ctx0" brushRef="#br0" timeOffset="5371.11">14728 5874 0,'18'0'94,"423"0"-63,529 0 0,0 0 16,71 0 16,-71 0-32,-229 0 16,-35 0 0,-583 0-47,477 0 31,-142 0 16,-122 0-16,-72-36 16,-193 36-47,158-17 31,36 17 16,-248 0 0</inkml:trace>
  <inkml:trace contextRef="#ctx0" brushRef="#br0" timeOffset="9787.2">3881 11906 0,'-18'18'31,"300"-18"16,-141 0-47,741 0 31,-476 0 16</inkml:trace>
  <inkml:trace contextRef="#ctx0" brushRef="#br0" timeOffset="10953.57">3986 13106 0,'194'0'125,"18"0"-109,264 0 15,-141 0 32,-123 0-32,-159 0 16,-35 0 31,17 0-47,18 0 16</inkml:trace>
  <inkml:trace contextRef="#ctx0" brushRef="#br0" timeOffset="14459.18">3969 8731 0,'17'-35'47,"336"35"0,141 0 0,-176-53-16,-213 18 16</inkml:trace>
  <inkml:trace contextRef="#ctx0" brushRef="#br0" timeOffset="15329.14">4057 9790 0,'300'-18'78,"352"-53"-31,-581 71-47,-18 0 31,-35 0 16</inkml:trace>
  <inkml:trace contextRef="#ctx0" brushRef="#br0" timeOffset="26383.72">3422 17286 0,'88'18'156,"194"17"-125,-35-35 16,18 0 0,-36 0-16,18 0 16,-106 0-16,-35 0 32,-71 0-63,36 0 15,-18 0 32,17 0 0,-34-18-16,-19 18 16,36 0 16,-35 0-32,17 0 16,-17 0-16</inkml:trace>
  <inkml:trace contextRef="#ctx0" brushRef="#br0" timeOffset="38202.58">9878 15522 0,'-36'-17'62,"-510"17"-15,193 211-16,265 19 32,70-160-48,-52 54 32,70-107-31,-36 54 15,1-71 47</inkml:trace>
  <inkml:trace contextRef="#ctx0" brushRef="#br0" timeOffset="38664.12">8590 15910 0,'0'-17'47,"71"281"0,-54-105-16,-17-141 16,106-18 0,0-89-16,0 89 16,-36 0-31</inkml:trace>
  <inkml:trace contextRef="#ctx0" brushRef="#br0" timeOffset="40081.72">10142 17392 0,'89'-18'156,"105"1"-140,158-1-1,-17 18 32,-299-18-47,123-17 47,-107 35-16,72 0 16,-54 0-16</inkml:trace>
  <inkml:trace contextRef="#ctx0" brushRef="#br0" timeOffset="45954.27">20708 7937 0,'53'0'31,"794"0"16,423 0-16,-829-35 16,-424 18-16</inkml:trace>
  <inkml:trace contextRef="#ctx0" brushRef="#br0" timeOffset="47616.04">20443 7902 0,'0'247'47,"124"688"-16,35 247 32,-106 229-32,-53-529 0,17-300 32,19-423-32,-36-124 63,52 0-63,407-158 16,388-36 0,-636 106-47,424 53 31,230 88 16,-565-52-16,-248-36 16,-34-36 0,-18-105-16,0 88-31,0-317 47,0-477-16,0-35 16,-123 0 0,17 159-16,71 617-31,-18-441 63,-36 177-32,19 229 16,17 0 0,53 123-47,-18-70 31</inkml:trace>
  <inkml:trace contextRef="#ctx0" brushRef="#br0" timeOffset="50411.05">20637 8802 0,'53'0'187,"194"0"-171,177 0 15,228 0 16,-528 0-47,299 0 31,71 0 32,-194 0-48,17-53 48,-228 35-32,-19 18 16</inkml:trace>
  <inkml:trace contextRef="#ctx0" brushRef="#br0" timeOffset="51123.85">19297 8484 0,'35'-35'62,"600"-71"-15,-617 89 0,17 17 0</inkml:trace>
  <inkml:trace contextRef="#ctx0" brushRef="#br0" timeOffset="51737.58">19861 8043 0,'18'0'78,"17"18"-62,36 0-16,282 176 31,-265-124 32,-123-35-32,-424 107 16,318-107-16,123 0 16,18-17-47,0 35 47,0-36-47</inkml:trace>
  <inkml:trace contextRef="#ctx0" brushRef="#br0" timeOffset="52281.01">19544 9631 0,'70'0'94,"266"-18"-63,-160 18 16,-123-17 16,-53-19-48</inkml:trace>
  <inkml:trace contextRef="#ctx0" brushRef="#br0" timeOffset="52746.1">20002 9419 0,'283'194'94,"-89"0"-47,-265-176-16,-176 17 16,230-35-31,-36 53 15,35-35-31,18 70 31,0-70 1</inkml:trace>
  <inkml:trace contextRef="#ctx0" brushRef="#br0" timeOffset="53321.83">20796 10054 0,'124'0'78,"1287"-70"-31,-71 34-16,-705 36 16,-299 0-16,-319 0 16</inkml:trace>
  <inkml:trace contextRef="#ctx0" brushRef="#br0" timeOffset="54361.75">19491 10936 0,'18'0'31,"405"-88"16,18 35 16,-353 53-32</inkml:trace>
  <inkml:trace contextRef="#ctx0" brushRef="#br0" timeOffset="54826.25">20302 10601 0,'194'176'94,"-158"-52"-47,-266-89-16,72 36 16,158-36-16,141 71 16</inkml:trace>
  <inkml:trace contextRef="#ctx0" brushRef="#br0" timeOffset="55321.9">20973 11148 0,'0'0'16,"141"-18"15,-53 18-15,741 0 15,159 0 16,-830 0-47,495-18 31,-194 18 16,-442 0-16,54 0 16,-36 0-47,0 0 47</inkml:trace>
  <inkml:trace contextRef="#ctx0" brushRef="#br0" timeOffset="56441.85">19703 12312 0,'0'0'0,"0"18"15,141-18 79,106 0-47,-177 0-47,18 0 47,-52 0-16,17 0 16,17 0-31</inkml:trace>
  <inkml:trace contextRef="#ctx0" brushRef="#br0" timeOffset="56952.26">20320 12171 0,'176'141'78,"160"141"-15,-336-247-48,-195 18 32,19 18 0,158-53-16,124 17 16</inkml:trace>
  <inkml:trace contextRef="#ctx0" brushRef="#br0" timeOffset="57734.49">20779 12488 0,'0'0'47,"229"-70"-16,618 17 16,105 53-16,-88 0 16,-352 0 0,-406-18-16,-18 18 16,-53 0-47,0 0 31,-17 0 63,141 0-63</inkml:trace>
  <inkml:trace contextRef="#ctx0" brushRef="#br0" timeOffset="58292.01">25294 12012 0,'106'194'78,"-35"0"-31,34-159-16,248-70 16,-212 0-16,-123 35 16,-36 0-31</inkml:trace>
  <inkml:trace contextRef="#ctx0" brushRef="#br0" timeOffset="58580.84">25523 12277 0,'18'-53'47,"17"35"-47,142-17 31,-36 0 16,-123 17-31</inkml:trace>
  <inkml:trace contextRef="#ctx0" brushRef="#br0" timeOffset="58833.08">25259 11924 0,'264'-53'31,"371"53"16,-493 0-47,-1-18 31</inkml:trace>
  <inkml:trace contextRef="#ctx0" brushRef="#br0" timeOffset="59249.8">26476 11871 0,'0'106'31,"0"-212"-31,88 406 47,106-212 0,-88-176-16,-106 17-31,-35-176 31,-195 159 16,36 88 0,177 71 0,34-54-47</inkml:trace>
  <inkml:trace contextRef="#ctx0" brushRef="#br0" timeOffset="59778.1">27058 11695 0,'35'105'47,"-70"-210"-47,106 475 31,-71-352-31,-18-18 94,-229-300-63,247 141 16,176 18-16,265 88 16,-141-18-16,-282 71 32</inkml:trace>
  <inkml:trace contextRef="#ctx0" brushRef="#br0" timeOffset="60111.41">27111 11836 0,'106'0'63,"335"0"-16,-177 0-16,-211 35 16,-35 0-47</inkml:trace>
  <inkml:trace contextRef="#ctx0" brushRef="#br0" timeOffset="63403.2">16669 6650 0,'35'176'47,"-17"124"-16,70 106 0,-88-371 16,0-141 0,70-35-16,-34 141-15,228 18 15,-140 264 16,-301-211-16,1-71 16,264-36-16,283-70 16,-160-17 0,-211-106-16,0 193 16,-88 177 0,194 89-16,352-177 16,-334-124-31</inkml:trace>
  <inkml:trace contextRef="#ctx0" brushRef="#br0" timeOffset="64489.5">18415 6950 0,'-35'0'0,"70"0"0,-176 0 31,70 17-31,-17 283 31,282 282 16,-176-476-47,-71 106 47,-106-265-16,194-318 16,389 19-16,-266 228 16,-140 107-47,0-1 47,-18 71 0,0-18-47,0 71 31,106-124 0,17-299 16,-105 317-47,-1-18 16,-17 1 15,53 87 0,71 54 16,105-336 16,-141 124-32,-70 88 16,141 229-16,-18-106 16,-124-123-47,1-35 47,-141-18-47</inkml:trace>
  <inkml:trace contextRef="#ctx0" brushRef="#br0" timeOffset="64746.75">18538 6473 0</inkml:trace>
  <inkml:trace contextRef="#ctx0" brushRef="#br0" timeOffset="71393.92">6332 16722 0</inkml:trace>
  <inkml:trace contextRef="#ctx0" brushRef="#br0" timeOffset="76239.89">17339 10954 0,'71'0'63,"158"-71"-32,-70 71-31,705-17 31,-282 17 16,-176-71 0,-71 36-16,-194 17 16,18 18 0,105 0-16,-246 0 32,-441 18 62,-971-18-94,336 0 16,599 0-16,424 17-15,17-17 15,653 0 47,494-105-31,-388 34 0,-335 71-16,-230 18 16,18-18-16,-176 0 16,-54-18 94,-69-106-110,105 107 16,-53-18 0,-124-36-16,71 18 16,36 35-16,-1-52 16,107 123 63,122 106-95,230 229 16,-282-265 32,-106-105 109,-70-71-94,-424-494-47,247 388 16,229 142-16,124 158 63,441 317-63,-300-140 16,-18-106-16,-194-195-15,-17 1 15,-265-18 63,-529-18-47,282 18-16,406 35 16,88-17 31,741-18-31,-283-53-16,-369-17 16,-72 70 0,-17-89-16,-35 36-15,-318-299 15,-35-19 0,335 301 16,53 52 0,53 0-16,406 354 32,176 175-32,-582-458-15,52 35 15,-105-70 47,-546 0-31,-195 17 0,688-18-16,106 36 47</inkml:trace>
  <inkml:trace contextRef="#ctx0" brushRef="#br0" timeOffset="79499.69">16775 11518 0,'17'71'47,"-123"405"0,-458 88-16,-300-123 16,670-370-47,-777 246 47,-246 54-16,300-142 16,229-141 0,529-70-47,-352 70 31,-106-53 16,70 107-16,0 52 32,459-159-63,-318 159 31,-388 106 16,248-124-16,228 18 16,159-35-16,18 35 16,124-176-47,-89 123 31,35 0 16,71-88 0,0-36 47,-35-34-94</inkml:trace>
  <inkml:trace contextRef="#ctx0" brushRef="#br0" timeOffset="80111.36">6138 15716 0,'0'53'62,"53"388"1,-35-370-32,0-54 0,317-52 47,17-53-31,-210 53 16,-125 35-32,1 0 16,17 0-16</inkml:trace>
  <inkml:trace contextRef="#ctx0" brushRef="#br0" timeOffset="91330.42">24201 8096 0,'17'36'62,"248"158"1,-230-194-63,53-18 15,-17-176 32,-89 88 0,-211 88 0,88 18 0,105 159-16,72-18 16,17-123-47,-36-18 16</inkml:trace>
  <inkml:trace contextRef="#ctx0" brushRef="#br0" timeOffset="91986.77">24289 9137 0,'88'-106'46,"0"-35"1,-53 212 31,18 352-15,0-300-32,-53-87 63,0-1-78</inkml:trace>
  <inkml:trace contextRef="#ctx0" brushRef="#br0" timeOffset="92583.24">24395 10407 0,'17'-71'31,"36"54"-31,88-19 47,-70 125-16,-89 105 16,-141-88-16,159-54 32,18 37-16,141-89-16,-36 35 16</inkml:trace>
  <inkml:trace contextRef="#ctx0" brushRef="#br0" timeOffset="93203.19">24447 11553 0,'18'-17'47,"35"105"0,-53-35-31,-53 88 15,-88-88 0,123-18 16,371 177-16,-318-212-15,1 53 15,-230 141 16,17-88 0,124-71-16</inkml:trace>
</inkml:ink>
</file>

<file path=ppt/ink/ink53.xml><?xml version="1.0" encoding="utf-8"?>
<inkml:ink xmlns:inkml="http://www.w3.org/2003/InkML">
  <inkml:definitions>
    <inkml:context xml:id="ctx0">
      <inkml:inkSource xml:id="inkSrc0">
        <inkml:traceFormat>
          <inkml:channel name="X" type="integer" max="5760" units="cm"/>
          <inkml:channel name="Y" type="integer" max="2160" units="cm"/>
          <inkml:channel name="T" type="integer" max="2.14748E9" units="dev"/>
        </inkml:traceFormat>
        <inkml:channelProperties>
          <inkml:channelProperty channel="X" name="resolution" value="167.44186" units="1/cm"/>
          <inkml:channelProperty channel="Y" name="resolution" value="111.34021" units="1/cm"/>
          <inkml:channelProperty channel="T" name="resolution" value="1" units="1/dev"/>
        </inkml:channelProperties>
      </inkml:inkSource>
      <inkml:timestamp xml:id="ts0" timeString="2025-11-18T19:34:54.775"/>
    </inkml:context>
    <inkml:brush xml:id="br0">
      <inkml:brushProperty name="width" value="0.05292" units="cm"/>
      <inkml:brushProperty name="height" value="0.05292" units="cm"/>
      <inkml:brushProperty name="color" value="#FF0000"/>
    </inkml:brush>
  </inkml:definitions>
  <inkml:trace contextRef="#ctx0" brushRef="#br0">8625 3581 0,'0'-18'94,"530"18"-63,475 0 16,212 0-16,-952 0-15,599 0 15,-723 0-31,194 0 47,-123 0 0,-194 0-16,87 0 0,-52 0-15,141 18 15,-106-18 47,142 17-31,-213-17-16</inkml:trace>
  <inkml:trace contextRef="#ctx0" brushRef="#br0" timeOffset="4545.92">6279 6315 0,'124'-36'31,"317"1"16,159 35 0,140 0-16,-651 0-15,246 0 15,-282 0 16,35 0-16,-35 0 16,17 0 156,89 35-156,-35-35-16,-107 18 16,1-18 188</inkml:trace>
  <inkml:trace contextRef="#ctx0" brushRef="#br0" timeOffset="6334.38">6967 4145 0,'-53'18'31,"53"229"16,53-53 0,18-124-16,-1-140 0,-17-36 32,-35 88-48,0 18 32,35 88 0,-36-35 0,54-123 31,-1 52-31,89 124 0,-88 0-16,17-335 47,-88-36-31,0 177 0,0 264 31,0 53-31,0-211-16,0 0 1</inkml:trace>
  <inkml:trace contextRef="#ctx0" brushRef="#br0" timeOffset="6623.45">7479 4269 0,'300'-89'47,"-600"178"-47,917-266 47</inkml:trace>
  <inkml:trace contextRef="#ctx0" brushRef="#br0" timeOffset="6912.43">6914 3722 0,'0'0'31</inkml:trace>
  <inkml:trace contextRef="#ctx0" brushRef="#br0" timeOffset="8032.26">6773 4833 0,'89'0'62,"1110"0"-15,142 0-16,-160 0 16,-528 18 0</inkml:trace>
  <inkml:trace contextRef="#ctx0" brushRef="#br0" timeOffset="8626.92">10866 4586 0,'52'0'62,"337"141"-15,-354-123-47,18-18 31,-53 17 16,-53 89 0,-547-17-16,494-89-15,-105 0 15,211 35 47,0-18-62</inkml:trace>
  <inkml:trace contextRef="#ctx0" brushRef="#br0" timeOffset="16640">17145 6350 0,'159'0'78,"440"0"-47,-422 0-15,458 0 15,-459 0-15,600 0 15,106 0 16,-511 0-16,-160 0 16,-193 0-47,35 0 47,-35 0 31,17 0-47,88 0 16,36 0 0,-141 0-47,123 0 31,53 0 16,-177 0-16,36 0 16</inkml:trace>
  <inkml:trace contextRef="#ctx0" brushRef="#br0" timeOffset="27034.21">3598 9948 0,'36'-17'47,"-19"-1"-32,301-35 32,281 35-16,-175 18 16,123-17-16,-142 17 16,-70 0 0,-299 0 0,-54 0 1547</inkml:trace>
  <inkml:trace contextRef="#ctx0" brushRef="#br0" timeOffset="28199.62">3704 11007 0,'18'0'47,"52"-18"-32,-34 18 1,422-71 15,283-52 16,-653 123-47,177-53 31,193 53 16,-193 0-16,-124 0 16,-106 0-47,1-18 47</inkml:trace>
  <inkml:trace contextRef="#ctx0" brushRef="#br0" timeOffset="30711.5">3669 11818 0,'35'-18'62,"794"1"-15,0 17 0,-353 0-16,-423-36-31,194 19 47,88 17-16,-211 0 16</inkml:trace>
  <inkml:trace contextRef="#ctx0" brushRef="#br0" timeOffset="31623.77">8008 11942 0,'53'0'78,"1023"-71"-31,-794 0-16,-247 71 16</inkml:trace>
  <inkml:trace contextRef="#ctx0" brushRef="#br0" timeOffset="33209.51">10654 11871 0,'70'0'140,"-17"0"-124,318 0 15,-71 0 16,-265 0-31,18 0-1,0 0 32,-36 0 375</inkml:trace>
  <inkml:trace contextRef="#ctx0" brushRef="#br0" timeOffset="34121.12">12400 11783 0,'106'0'62,"-35"0"-46,70 0-16,282 53 31,-35-36 16,-335 1-47,141 17 31,-88-35 0</inkml:trace>
  <inkml:trace contextRef="#ctx0" brushRef="#br0" timeOffset="41078.76">18609 8008 0,'71'-88'47,"1057"35"0,72 0-16,-777 0 16,-405 18-16</inkml:trace>
  <inkml:trace contextRef="#ctx0" brushRef="#br0" timeOffset="41574.48">19244 7832 0,'-141'105'94</inkml:trace>
  <inkml:trace contextRef="#ctx0" brushRef="#br0" timeOffset="43077.33">18927 7849 0,'0'159'94,"0"1058"-63,0-882-15,17 688 15,1-370 0,-18 70 16,0-564 16,17-141-32,1-18 16,158 0-16,424 17 16,564 54 0,-511-71-16,-600 0-31,53 0 47,-71 0-16,-17-18 16,35-441 0,-53-422-16,-124-125 16,18 248 0,18 158-16,88 318 16,0 141-16,0 88 16,0-18 0,-18 18-31,18-17 15,-17 34 16</inkml:trace>
  <inkml:trace contextRef="#ctx0" brushRef="#br0" timeOffset="45616.31">22595 8043 0,'177'0'15,"1005"0"32,2363 0-16,-687-194 16,-1888 106 0,-653 88 0</inkml:trace>
  <inkml:trace contextRef="#ctx0" brushRef="#br0" timeOffset="47327.09">22684 8079 0,'-18'0'63,"0"335"-48,18-106-15,0 741 47,0-141-16,18-811 63,388-53-47,-230 35-47,1482 0 47,812 0-16,-565 0 16,-530 0 0,-387 0-16,-53-53 16,-194 35-16,-212-88 16,-529 18 0,0 35-16,0 35 63,0 1-63,-88-177 16,-106-141 0,141 158 0,18-140 0,35-89-16,0-105 16,0 422-47,-36 1 16</inkml:trace>
  <inkml:trace contextRef="#ctx0" brushRef="#br0" timeOffset="48160.62">31256 7585 0,'247'0'31,"-494"0"-31,812 0 16,122 123 31,-281-88-16,-265-35 16,-88 18 0,0 0-16,53 123 16,176 511-16,-123-281 16,-159-336-31,-53-17 46</inkml:trace>
  <inkml:trace contextRef="#ctx0" brushRef="#br0" timeOffset="49919.31">24059 6103 0,'0'106'47,"265"846"0,-247-916-16,70-230 47,370 88-31,-17 282 0,-546 71-16,-160-229 32,230-36-32,35 0-15,264-17 15,565-159 16,-740 18-16,-89 52 16,0 107-16,17 158 16,124 0 0,36-141-16,105-124 16,-123-105-16,-142 229-15,19 53 15,105 282 32,-141-282-48,0-212 32,0 89-31,70-124 15,89 53 16,123 264 0,-211 1-16,-54-107 16,371-105 0,-282 35-47</inkml:trace>
  <inkml:trace contextRef="#ctx0" brushRef="#br0" timeOffset="51160.82">28522 6191 0,'-70'0'31,"140"0"-31,-387 247 47,264-88-47,53 53 47,158-177-16,-16-212 16,-125 142-16,107 141 16,34 0 0,-52-318 0,-71-88-16,-35 230 1,18 70 30,88 88-15,141 0-16,-35-194 16,-107-194 0,-87 230-16,17 52 16,124 18-16,-124 0 16,-264 388 31,-53 212-31,211-177 0,71-405-16,0-141 16,0 105-16</inkml:trace>
  <inkml:trace contextRef="#ctx0" brushRef="#br0" timeOffset="52408.3">23266 8625 0,'123'71'78,"248"158"-31,-354-211-47,1-53 78</inkml:trace>
  <inkml:trace contextRef="#ctx0" brushRef="#br0" timeOffset="52663.25">23795 8714 0,'-141'-18'16,"-212"194"15,318-123 16,88 0-16,70-53 1</inkml:trace>
  <inkml:trace contextRef="#ctx0" brushRef="#br0" timeOffset="52950.23">23883 8661 0,'53'0'31,"300"141"0,17 35 16,-352-176-47,-1-17 47</inkml:trace>
  <inkml:trace contextRef="#ctx0" brushRef="#br0" timeOffset="53157.65">24694 8714 0,'-141'0'31,"282"0"-31,-652 158 31,476-140-31</inkml:trace>
  <inkml:trace contextRef="#ctx0" brushRef="#br0" timeOffset="53700.78">25188 8520 0,'0'194'47,"0"-106"0,0-106 16</inkml:trace>
  <inkml:trace contextRef="#ctx0" brushRef="#br0" timeOffset="53955.88">25365 8396 0,'0'124'47,"0"158"0,17-229-47,1 35 31</inkml:trace>
  <inkml:trace contextRef="#ctx0" brushRef="#br0" timeOffset="54243.09">25153 8837 0,'229'-53'62,"-123"53"-15</inkml:trace>
  <inkml:trace contextRef="#ctx0" brushRef="#br0" timeOffset="54454.58">24959 8943 0,'35'0'16,"283"-35"31,35 17-16</inkml:trace>
  <inkml:trace contextRef="#ctx0" brushRef="#br0" timeOffset="54786.07">25770 8555 0,'18'229'47,"-18"-52"0,18-230 0</inkml:trace>
  <inkml:trace contextRef="#ctx0" brushRef="#br0" timeOffset="55072.93">26017 8361 0,'0'0'0,"18"53"47,-18 17-31,0 248 15,0-230 16,0-70 16</inkml:trace>
  <inkml:trace contextRef="#ctx0" brushRef="#br0" timeOffset="55337.86">25682 8784 0,'335'-88'62,"-158"70"-31,-160 18 16</inkml:trace>
  <inkml:trace contextRef="#ctx0" brushRef="#br0" timeOffset="55616.47">25594 8943 0,'71'0'31,"299"0"16,-70-18-16,-300 1 0</inkml:trace>
  <inkml:trace contextRef="#ctx0" brushRef="#br0" timeOffset="56448.64">26670 8255 0,'0'53'62,"0"176"-46,35-17 31,-35 88-16</inkml:trace>
  <inkml:trace contextRef="#ctx0" brushRef="#br0" timeOffset="56703.09">26705 9402 0,'18'17'15,"-18"-34"32,0-1-16,0-88 1</inkml:trace>
  <inkml:trace contextRef="#ctx0" brushRef="#br0" timeOffset="56959.44">27058 8537 0,'18'-17'31,"105"387"16,-88-299-47,-17-1 16,53 36 0</inkml:trace>
  <inkml:trace contextRef="#ctx0" brushRef="#br0" timeOffset="57254.12">27393 9419 0,'0'18'47,"0"-89"62</inkml:trace>
  <inkml:trace contextRef="#ctx0" brushRef="#br0" timeOffset="57535.39">27781 8520 0,'36'0'78,"-36"458"-31,88 1-16</inkml:trace>
  <inkml:trace contextRef="#ctx0" brushRef="#br0" timeOffset="57823.21">27975 9719 0,'0'18'31</inkml:trace>
  <inkml:trace contextRef="#ctx0" brushRef="#br0" timeOffset="60956.98">29422 8555 0,'0'0'0,"264"-18"15,742-141 32,-301 159 0,18 212-16,-511 0 16,-194-18-16,-18-159-15,-318 106 15,-405-35 16,88-18-16,-229-17 16,158 35 0,-299-89-16,35-17 16,229 88-16,-106-88 16,36 18 0,670-18-47,-441 53 47,-1 35-16,160-17 16,141 17 0,123 0 0,159 0-16,229 18 16,142-71 0,158-35-16,35 0 16,-281 0-16,52 0 16,-124 0 0,-158 0-16,-17 0-31,34 0 32</inkml:trace>
  <inkml:trace contextRef="#ctx0" brushRef="#br0" timeOffset="64247.82">24765 10336 0,'0'0'15,"388"-70"32,1147 52 0,881 18-16,-528 159 16,-777 158-16,-1023-123 16,-670 106 0,-635-194 0,864-106-47,-1464 0 31,177 159 16,299 35-16,671 141 16,564-17-16,1129 52 16,441-564 0,-599-159-16,581 318 16,212 388 0,-1235 88 0,-229 17 0,-388-193-16,-935-53 16,-458-89 0,-424-123-16,212 0 16,688 88-16,370 247 16,670 194 0,883-211-16,211-318 16,-88-159-16,211-123 16,-899 264-31,723-52 15,406 317 16,-1217-194-31,352 264 15,-193 89 0,-301-336-15,72 213 15,-760 211 16,-740-36-16,300-317 16,-318-105-16,106 16 16,1147-52-31,-530 0 15,318 89 0,124-1 16,34 18 0,142-89-47,-247 54 31,-335-53 16,370-18-16,300 17 94,0 18-62,35-17-32</inkml:trace>
  <inkml:trace contextRef="#ctx0" brushRef="#br0" timeOffset="89995.28">23372 9419 0,'-18'0'437,"0"0"-437</inkml:trace>
  <inkml:trace contextRef="#ctx0" brushRef="#br0" timeOffset="94698.84">23319 9419 0,'70'0'422,"318"0"-407,-194 0 48,-141 0 203,141-35-251,230 0 32,-372 35-16,-34 0 16,123 0 266,247 0-282,18 0 0,-371 0 16,-17 0 125,176 0-141,176 0 0,54 0 16,-177 0 0,-159 0-16,-35 0 188,176-36-203,371 36 15,-336 0 16,-228 0 31,-19 0-47,-17-17 16,18 17 484,17-18-406,-17-53-109,-1 1-16,-17-265 47,-35-106-16,17 141 0,18 88 16,0 159 0,0 71 31,89 723-15,-89-565-63,88 406 31,-88-176 16,0-353-47,0 159 31,18-177 16,-1-35 0,-17-459-16,0 318-31,0-406 47,-17 389-47,-72-424 31,54 264 32,35 247-32,0 177 63,0 441-63,0 317 0,-35-140 16,35-619-47,0 89 31,0-176-15,0 0 62,17-318 16,-17-512-47,0 283-16,0-317 16,0 493-16,-17 265 16,17 299 78,106 865-78,-89-917-47,36 123 31,-35-70 16,-18-194-16</inkml:trace>
  <inkml:trace contextRef="#ctx0" brushRef="#br0" timeOffset="96587.47">25153 9878 0,'-35'0'78,"-1"-177"-31,195 89-16,0 123 16,-159 142 0,-141-71 0,70-106-47,-229 106 31,265-89 16,229 1-16,177-18 32,-336 0-32,-17 0 94,34 35-78,-16-35-47,17-106 31,-53-17 16,-71 105 0,-17 53-16,70 54 16,18-36-16,141-71 16</inkml:trace>
  <inkml:trace contextRef="#ctx0" brushRef="#br0" timeOffset="97207.15">25823 9278 0,'71'141'31,"17"230"16,-88-336 0,88-70 31,-17 35-47,-36 88 16,-88-18 0,0-70-47,-141 0 31,106-53 16,88 36-47,0-19 31,176 1 1</inkml:trace>
  <inkml:trace contextRef="#ctx0" brushRef="#br0" timeOffset="97656.55">26282 9666 0,'18'53'62,"211"18"-15,-106-195 0,-105 124-16,-18 35 16,-176 600 0,123-546-16,53-72 16,176-105-16</inkml:trace>
  <inkml:trace contextRef="#ctx0" brushRef="#br0" timeOffset="97959.49">27005 9243 0,'18'0'15,"17"511"32,-35-281 0,-123-248 31</inkml:trace>
  <inkml:trace contextRef="#ctx0" brushRef="#br0" timeOffset="98629.32">26846 9701 0,'18'-35'31,"105"35"0,248-18 16,-265 18-16,-106 106 16,0-88 0,70-36 31,-70-123-47,-123 141 16,-36 371 0,212-230-16,229-141 16,-211-71 0</inkml:trace>
  <inkml:trace contextRef="#ctx0" brushRef="#br0" timeOffset="99208.31">28046 9578 0,'-212'0'47,"106"106"0,106-89-47,53 72 47,194 87-16,-212-105 16,-193-54-16,34-17-15,-264 0 15,318 0 16,105 0-16,88 0-15</inkml:trace>
  <inkml:trace contextRef="#ctx0" brushRef="#br0" timeOffset="100374.36">28469 8908 0,'-17'-18'47,"-230"265"-32,-18 70 32,265-299 0,18-177 15</inkml:trace>
  <inkml:trace contextRef="#ctx0" brushRef="#br0" timeOffset="100790.23">28169 9013 0,'18'-17'31,"158"140"0,-105-35-31,264 230 47,-282-283-16,-88-52 110,-36-19-141</inkml:trace>
  <inkml:trace contextRef="#ctx0" brushRef="#br0" timeOffset="106257.77">28610 9066 0,'0'-17'47,"-494"317"0,230-18 0,264-317 47,159-265-63,-36 123 0,-88 142 16,124 158 31,194 318-31,-300-370-16,-53-89 79,-71-140-95,18 105-15,-194-335 47,247 264-16,0 89 16,-123 211 47,-124 142-63,229-318 16,54-53 47,316-229-47,-299 246-16,-17 1 16,105 88-16,141 300 16,-247-283-47,18 1 31,-176-124 110,-177-176-110,247 140-15,0-16-1,53 140 142,0 441-126,0-70 0,-18-177 16,18-194 0,0-193 0,18 17-47,17-371 31,0 265 0,-35 388 63,18 459-63,0-353 32,-1-229-32,-17-177 16,0-441-16,-35 300 0,35 618 63,0 193-47,0-334 0,0-230 31,-123-653-31,105 406 0,18 212-16,-53 88 63,-229 159-63,176-53 0,124-106 79,123-159-95,17 0 32,19 318 31,229 370-15,-265-335-32,-177-194 78,-87-159-93,35 89-16,-124-195 47,194 142 0,18 52-16,18 106 78,176 195-93,35 105 15,-211-317 16,-230-318 47,89 53-63,88 194 0,88 212 63,299 387-47,-299-475-47,35 70 47,-140-229 47,-54-124-63,53 159-31,-124-194 47,107 194-16,52 1 16,-17-1-16,17-18 16,-158 89 31,-230 211-31,353-194-16,53-52 63,71-89-47,176-35-16,-124 70 16,-87 71-47,16 0 47,19 0-16,194 300 16,-107-106-16,-122-159 32,-19 18-32</inkml:trace>
  <inkml:trace contextRef="#ctx0" brushRef="#br0" timeOffset="114920.49">8026 15928 0,'17'18'125,"89"-18"-109,71 35 15,-160-35 16,1 17 0</inkml:trace>
  <inkml:trace contextRef="#ctx0" brushRef="#br0" timeOffset="118951.61">25594 12294 0,'0'88'47,"0"89"-31,0 35 31,-18-212 31,18-18-78</inkml:trace>
  <inkml:trace contextRef="#ctx0" brushRef="#br0" timeOffset="119240.43">25665 12083 0,'17'88'47,"1"335"0,-18-370-16,0-35 16</inkml:trace>
  <inkml:trace contextRef="#ctx0" brushRef="#br0" timeOffset="119504.1">25418 12471 0,'35'-36'31,"406"19"0,-282 17 16</inkml:trace>
  <inkml:trace contextRef="#ctx0" brushRef="#br0" timeOffset="119831.82">25523 12718 0,'283'0'78,"-195"0"-47</inkml:trace>
  <inkml:trace contextRef="#ctx0" brushRef="#br0" timeOffset="120420.76">26476 12241 0,'-88'-17'47,"-53"140"-16,141 54 16,300-72 0,-159-175-16</inkml:trace>
  <inkml:trace contextRef="#ctx0" brushRef="#br0" timeOffset="120695.27">27023 12206 0,'-194'53'47,"194"18"-16,35-19 16,124-122-15</inkml:trace>
  <inkml:trace contextRef="#ctx0" brushRef="#br0" timeOffset="120999.26">27199 11924 0,'0'335'62,"0"-194"-15</inkml:trace>
  <inkml:trace contextRef="#ctx0" brushRef="#br0" timeOffset="121238.39">27305 11836 0,'0'0'0,"18"264"47,-18-176-47,0 177 31,-18-212 16,-70-141-16</inkml:trace>
  <inkml:trace contextRef="#ctx0" brushRef="#br0" timeOffset="121461.64">27182 12030 0,'52'0'15,"-34"88"32,-18-35 0</inkml:trace>
  <inkml:trace contextRef="#ctx0" brushRef="#br0" timeOffset="121750.14">27005 12171 0,'423'-106'47,"-229"53"0,-176 35-31</inkml:trace>
  <inkml:trace contextRef="#ctx0" brushRef="#br0" timeOffset="122003.93">27746 11871 0,'18'0'15,"-18"335"48,-18-194-32,36-247 16</inkml:trace>
  <inkml:trace contextRef="#ctx0" brushRef="#br0" timeOffset="122296.89">27975 11712 0,'36'35'16,"-36"459"31,0-370-16,-36-124 32</inkml:trace>
  <inkml:trace contextRef="#ctx0" brushRef="#br0" timeOffset="122534.02">27834 12224 0,'0'0'16,"53"-53"31,-35 35-47,193-88 31,-105 89 16</inkml:trace>
  <inkml:trace contextRef="#ctx0" brushRef="#br0" timeOffset="122790.94">27746 12294 0,'159'0'62,"564"0"-15,-635 0-16</inkml:trace>
  <inkml:trace contextRef="#ctx0" brushRef="#br0" timeOffset="123864.01">28610 11765 0,'0'124'31,"0"299"0,0-370 16,0-141-16</inkml:trace>
  <inkml:trace contextRef="#ctx0" brushRef="#br0" timeOffset="124118.66">28769 11747 0,'18'159'31,"-36"-318"-15,36 600 15,-18-405-15,0 34 31</inkml:trace>
  <inkml:trace contextRef="#ctx0" brushRef="#br0" timeOffset="124374.57">28434 12118 0,'0'-35'16,"159"-54"31,193 54 0,-334 35-47</inkml:trace>
  <inkml:trace contextRef="#ctx0" brushRef="#br0" timeOffset="124614.22">28416 12294 0,'53'0'31,"459"-35"16,-336-18-16</inkml:trace>
  <inkml:trace contextRef="#ctx0" brushRef="#br0" timeOffset="128990.87">25224 13353 0,'0'194'47,"0"176"0,0-352-47,0 70 31,0-388 47,-18 18-31,18 264-47,71-52 47,123 105-16,-142 177 16,-157-89-16,-142-123 16,211 0-47,19 0 47,34 0-16</inkml:trace>
  <inkml:trace contextRef="#ctx0" brushRef="#br0" timeOffset="129505.05">25629 13741 0,'0'0'0,"18"88"16,35 71 15,88-124 16,18-141 0,-177-159 0,-123 265-16,35 18 0,106 0-15,-18 88 15,124-89-15</inkml:trace>
  <inkml:trace contextRef="#ctx0" brushRef="#br0" timeOffset="129999.68">26670 13423 0,'0'0'63,"-176"0"-63,158 71 31,18-18-15,159 141 15,-106-88 0,-265-71 16,-247-35-16,354-53-15,34-35 15,71 70-15</inkml:trace>
  <inkml:trace contextRef="#ctx0" brushRef="#br0" timeOffset="132619.79">25753 12965 0,'0'123'63,"0"195"-32,0-301-31,0 54 31,0-318 63,17 53-47,-17 123 0,0 36-16,-70 17 47,-124 142-31,176-124-47,-35 35 47,53-53 62,230-211-62,-213 211 0,107 18-16,105 142 16,-211-125 0,-54-17 94,-105-35-110,88 17 16,53 1-16,-141-1 16,-159 177-16,406-247 94,123-1-78,-123 107 31,88 105-31,-123-70-16,-124-70 94,-53-19-109,0-34 31,71 35-16,35-18 16,-53 35 31,-159 89-31,177-18-16,70-53 79,107-53-95,-125 35 1,124-35 15,-35 53 0,18 0 16,-54 53 16,-52-53-63,52 71 15,-52-71 48</inkml:trace>
  <inkml:trace contextRef="#ctx0" brushRef="#br0" timeOffset="140831.16">25823 12859 0,'-17'0'47,"-177"17"-16,-89 213 16,283-195 0,71-176 47,35 53-47,-89 70-47,72-35 31,16 18 16,72 35-16,52 123 16,53 18-16,-264-141 126,-18 36-142</inkml:trace>
  <inkml:trace contextRef="#ctx0" brushRef="#br0" timeOffset="148542.73">28910 12806 0,'0'-18'16,"18"18"77,-18 141-77,88 371 15,-17-353 32,-71-195-32,0-246 0,-71-88 16,71 140 0,0 195-47,0-124 31,0 106 32,-35 36-32,-159 264 0,53-18 16,123-176 0,18-88 62,35-54-93,-17 54-16,70-106 47,-88 123-47,53-52 31,-35 52 16,87 54-16,178 122 16,-107-52 0,-176-124 62,-123-52-62,87 52-47,19-35 47,-1 0-16,18 36 32,-123 70-32,34 0-15,-263 229 15,281-194 16,71-141 31,88-106-47,-70 159-15,35-105 15,35 34 16,-88 53-16,123 71 16,-70-17-47,159 105 31,-71-71 16,-176-87 31,-318-142-15,230 71-32,123 35 63,-159 194-16,-123 176-47,282-299-15,0 17-16,-18 1 31,124-178 47,70-69-31,-158 211-47,35-88 31,-36 70-15,142-53 15,-53 71 16,282 141-16,-265-35 16,-158-106 63,-229-123-79,52-1 0,194 89 16,-140 229 94,87-70-126,71-177 95,0-88-95,123-1 32,-70 107-16,36 53 16,281 229 0,-317-212-16</inkml:trace>
  <inkml:trace contextRef="#ctx0" brushRef="#br0" timeOffset="151745.07">28928 13988 0,'0'88'78,"53"300"-47,-53-370-15,17-1 15,-17-140 16,0-248-16,53 318 16,53 194-16,0 142 16,-71-230-16,106-89 16,-88-352 0,-53 300-16,-35 70 16,-18 195 0,176 87-16,36-246 16,-106-141 16,-53 87-63,0-34 31,0 17 16,18 35-47,-18-52 31,0 140 47,0 107-31,70-89 0,124-35-16,-105-247 16,-72-106 0,-17 247-16,-17 35 16,-19 54-47,1 246 47,141-194-16,17-88 16,-123-229-16,0 211 16,89 53 0,105 300-16,-177-299 16,1-160 0,52-299 0,36 370 0,-35 71-16,-265 334 16,141-211 0,141-158-16,0-177 16,-70 176-16,88 177 16,-18-18 0,-35-212-16,0-422 16,-36 440 0,19 194-16,69 247 16,-105-371-47,0 1 31,-158-441 16,-177-300 0,317 405-16,53 300-15,106 1 15,53 211 1,-264 53 30,-1-194-15,71-36-16,71 124-15</inkml:trace>
  <inkml:trace contextRef="#ctx0" brushRef="#br0" timeOffset="152158.63">31344 13952 0,'0'0'0,"71"89"31,-1-1 16,142-71-16,-194-17-15,-1-247 15,-87 89 16,-107 158-16,107 123 16,211-70 0,141-123-31</inkml:trace>
  <inkml:trace contextRef="#ctx0" brushRef="#br0" timeOffset="152623.84">32350 13388 0,'0'0'0,"0"-35"47,-212 123 0,336 123-16,405 178 32,-547-160-32,-511-159 16,300-70 0,211 0-16,-35 0-15</inkml:trace>
  <inkml:trace contextRef="#ctx0" brushRef="#br0" timeOffset="156703.35">25823 12929 0,'0'141'62,"36"230"-15,-36-477 63,-18-106-95,18-52 32,0 140-16,-71 212 79,-70 54-95,53-37 32,123-193 141,177-35-157,-141 105-31,34-17 31,-69 35 16,193 176-16,-158-105 16,-54-89 31,-211-105-31,18 34 0,158 54-16,71 35 94,123 124-109,36 17 15,-194-141 16,-71 0 125,-88-36-141,123 36-31,-35-35 47,36 35 0</inkml:trace>
  <inkml:trace contextRef="#ctx0" brushRef="#br0" timeOffset="160912.29">9913 16281 0,'300'-18'78,"670"18"-47,18-71 0,-829 54 16,-124 17 0,-18 0 78</inkml:trace>
  <inkml:trace contextRef="#ctx0" brushRef="#br0" timeOffset="162655.96">27093 13106 0,'-17'0'31,"17"17"16,-53-52-16,176-36 16,36 89 0,-141 194-16,-195-53 16,160-89 0,122 18-16,37-105 16,-142-213-16,17 160 16,89 334 31,17-299-15,-70-282-32,-53 175 16,-17 125-47,-107 17 47,18 106-16,195 0 16,-1-106-31</inkml:trace>
  <inkml:trace contextRef="#ctx0" brushRef="#br0" timeOffset="163199.67">27675 12647 0,'0'141'15,"106"441"32,-70-476-16,-1-300 63,35 159-63,1 123 32,-106 18-32,-1-71-15,-17-35 15,18 0 16,35-53-31</inkml:trace>
  <inkml:trace contextRef="#ctx0" brushRef="#br0" timeOffset="163584.26">28028 13229 0,'18'18'125,"-1"211"-47,-175 124-31,140-335-47,18 17 31,-18-194 16,18 71-47</inkml:trace>
  <inkml:trace contextRef="#ctx0" brushRef="#br0" timeOffset="163919.69">28081 13070 0,'0'0'15,"35"336"32,-35-72 0,0-229-16,-35-123 16,-18 35-47</inkml:trace>
  <inkml:trace contextRef="#ctx0" brushRef="#br0" timeOffset="164287.21">27993 13335 0,'0'0'0,"53"0"47,194 18-16,-124-18 16,-193-18 0,-71 159-16,141-35 16,70-71-16,-17-105-15</inkml:trace>
  <inkml:trace contextRef="#ctx0" brushRef="#br0" timeOffset="164542.54">28522 13229 0,'0'229'78,"-53"-123"-47,-35-106-15,-424 0 15,195-70-15</inkml:trace>
  <inkml:trace contextRef="#ctx0" brushRef="#br0" timeOffset="166750.29">22613 12965 0,'159'123'31,"-36"142"16,-246-248-16,-124-246 16,247 176-47,17-53 47,160-17-16,-177 70 16,-124 35 0,107 18-47,-19 53 31,283 88 16</inkml:trace>
  <inkml:trace contextRef="#ctx0" brushRef="#br0" timeOffset="167164.31">23142 12929 0,'0'71'47,"0"-36"-47,35 36 31,160-71 16,-231-335-16,-193 317 32,194 18-63,-36 70 31,212 72 16,-88-125-47,53-17 16</inkml:trace>
  <inkml:trace contextRef="#ctx0" brushRef="#br0" timeOffset="167499.38">23460 12982 0,'17'0'31,"160"53"16,70-159 0,-283-17-16,-193 140 16,176 54-16,194-18 0</inkml:trace>
  <inkml:trace contextRef="#ctx0" brushRef="#br0" timeOffset="167865.84">23971 12841 0,'141'18'62,"124"-18"-15,-265-53-47,-53-124 31,-159 177 32,124 36-16,106-1-47</inkml:trace>
  <inkml:trace contextRef="#ctx0" brushRef="#br0" timeOffset="168408.4">24253 11889 0,'53'493'47,"0"-175"0,-35-300 0,52-18-16,89 70 16,-123 54-16,-72-36 16,1-88 0,17-71-31</inkml:trace>
  <inkml:trace contextRef="#ctx0" brushRef="#br0" timeOffset="168792.45">24730 12788 0,'17'35'47,"19"-35"-16,17-52 16,-36 52-16,-140 423 16,52-300 0,124-387 0,-35 140-31</inkml:trace>
  <inkml:trace contextRef="#ctx0" brushRef="#br0" timeOffset="168997.51">24977 12418 0,'17'35'16,"-17"-17"-16,-53 282 47,18-124-16,17-176 0</inkml:trace>
  <inkml:trace contextRef="#ctx0" brushRef="#br0" timeOffset="169158.28">24712 12700 0,'176'-71'47,"-352"142"-47,582-124 31</inkml:trace>
  <inkml:trace contextRef="#ctx0" brushRef="#br0" timeOffset="170616">28240 13423 0,'17'18'641,"-17"-1"-485,-17-34 125,-71-54-265,-53-176 15,123 124-31</inkml:trace>
  <inkml:trace contextRef="#ctx0" brushRef="#br0" timeOffset="172454.51">29510 12206 0,'53'53'62,"88"88"-46,-53 18 15,-123-71 16,17-88-47,-52-141 47,52-18-16,89 71 16,-36 35 0,-35 0-47,-124-53 31,-70 142 16,177 158-16,246-106 16</inkml:trace>
  <inkml:trace contextRef="#ctx0" brushRef="#br0" timeOffset="172868.84">29792 12277 0,'106'194'47,"-18"0"-16,-35-194 16,0-177 0,-141-52-16,-53 211 16,70 71 16,71-17-63,106-19 15</inkml:trace>
  <inkml:trace contextRef="#ctx0" brushRef="#br0" timeOffset="173332.46">30127 12153 0,'35'-53'16,"-70"106"-16,229-106 47,-158 53-47,-36 124 31,-142 158 16,125-229-16,34 17 16,248-17 0,-212-70-16,-53-1-15</inkml:trace>
  <inkml:trace contextRef="#ctx0" brushRef="#br0" timeOffset="174534.83">30603 12347 0,'-17'18'47,"17"123"-32,88-88 32,-35-88 0,-18-124-16,-70-18 16,-71 125-16,36 69 16,70 142 0,0-106-47</inkml:trace>
  <inkml:trace contextRef="#ctx0" brushRef="#br0" timeOffset="176539.23">32191 15046 0</inkml:trace>
  <inkml:trace contextRef="#ctx0" brushRef="#br0" timeOffset="176889.35">32191 15046 0</inkml:trace>
  <inkml:trace contextRef="#ctx0" brushRef="#br0" timeOffset="-207547.14">4992 15928 0,'0'-18'16,"70"1"31,89-19-16,229 1 16,124 35-16,-142 0 16,-158 0 0,-124 0-16,-70 0 16,35 0-16</inkml:trace>
  <inkml:trace contextRef="#ctx0" brushRef="#br0" timeOffset="-199336.91">29245 12894 0,'0'0'16,"-35"88"-16,0 212 31,35-194 0,-18-88 16,-52-212-16,52 105-15,-17-105 0</inkml:trace>
  <inkml:trace contextRef="#ctx0" brushRef="#br0" timeOffset="-197834.04">29016 12682 0,'0'177'47,"35"458"0,1-512-16,-125-370 63,-105-282-47,141 176 0,53 300-16,-53 212 47,-17 35-31,70-176-47,-18 17 47,18-17-16,36-18 16,52-18-16,70-70 16,37-36 0,-160 107-16,-35 52 32,-194 318-32,88-194 16,88-124 0,1-35-16,34-212 16,1-123-16,-18 282 16,88 53 31,706 282-31,-283-123-16,-616-159 63,-319-53-63,283 18-15</inkml:trace>
  <inkml:trace contextRef="#ctx0" brushRef="#br0" timeOffset="-197546.89">29263 12806 0,'-71'0'31,"142"0"-31,-724 264 31,495-211 16</inkml:trace>
  <inkml:trace contextRef="#ctx0" brushRef="#br0" timeOffset="-195497.29">4798 16827 0,'35'0'109,"477"0"-78,-354 0-15,-69 0 31,-89 18 78,-18 0-110</inkml:trace>
  <inkml:trace contextRef="#ctx0" brushRef="#br0" timeOffset="-191288.67">5221 17533 0,'0'0'0,"124"229"16,87 54 31,36-231-16,35-87 16,54-88-16,34-371 16,-299 106 0,-1 211-16,-70 160 16,18 17 47,-1 0-94</inkml:trace>
  <inkml:trace contextRef="#ctx0" brushRef="#br0" timeOffset="-188713.67">28875 12771 0,'0'17'63,"0"142"-48,0 106 32,0-213-16,-18-52 16,-105-229 0,105 123-47,-52-141 31,70 194 16,-142 230 31,37-1-31,105-141-47,88-123 125,176-264-78,-228 299 0,52 53-16,318 158 16,52-69-16</inkml:trace>
</inkml:ink>
</file>

<file path=ppt/ink/ink54.xml><?xml version="1.0" encoding="utf-8"?>
<inkml:ink xmlns:inkml="http://www.w3.org/2003/InkML">
  <inkml:definitions>
    <inkml:context xml:id="ctx0">
      <inkml:inkSource xml:id="inkSrc0">
        <inkml:traceFormat>
          <inkml:channel name="X" type="integer" max="5760" units="cm"/>
          <inkml:channel name="Y" type="integer" max="2160" units="cm"/>
          <inkml:channel name="T" type="integer" max="2.14748E9" units="dev"/>
        </inkml:traceFormat>
        <inkml:channelProperties>
          <inkml:channelProperty channel="X" name="resolution" value="167.44186" units="1/cm"/>
          <inkml:channelProperty channel="Y" name="resolution" value="111.34021" units="1/cm"/>
          <inkml:channelProperty channel="T" name="resolution" value="1" units="1/dev"/>
        </inkml:channelProperties>
      </inkml:inkSource>
      <inkml:timestamp xml:id="ts0" timeString="2025-11-18T19:39:10.110"/>
    </inkml:context>
    <inkml:brush xml:id="br0">
      <inkml:brushProperty name="width" value="0.05292" units="cm"/>
      <inkml:brushProperty name="height" value="0.05292" units="cm"/>
      <inkml:brushProperty name="color" value="#FF0000"/>
    </inkml:brush>
  </inkml:definitions>
  <inkml:trace contextRef="#ctx0" brushRef="#br0">17110 11430 0,'0'-18'62,"35"1"-46,212 17 15,335 0 16,-476 0-47,247 0 47,264 0-16,-335-36 16,-141 36-16,-52 0 16</inkml:trace>
  <inkml:trace contextRef="#ctx0" brushRef="#br0" timeOffset="3904.2">25153 1058 0,'18'-17'47,"881"17"-16,-634 0-15,1199 0 15,-353 0 16,-229-36-16,353 36 16,-195 0 0,-934 0-16,71 0 16,-160 0-16</inkml:trace>
  <inkml:trace contextRef="#ctx0" brushRef="#br0" timeOffset="4656.14">22860 1041 0,'0'0'0,"88"0"16,177 0-1,793 0 16,18 0 16,-829-36 0</inkml:trace>
  <inkml:trace contextRef="#ctx0" brushRef="#br0" timeOffset="6319.4">22807 1164 0,'0'194'31,"0"-17"-15,0 669 15,0-581-31,0 934 47,0-546-16,0-565 16,-18-70-16,71-18 63,688-53-63,547 53 16,564 0-15,-1552 0-17,987-71 32,177 71 0,-211 0-16,-601 0 16,19 0-16,105 0 16,-353 0 0,-211-17-16,-124-19 16,-88-34 0,0 52-47,0-35 31,0-88 16,0-176-16,-159-354 16,89 36 0,70 512-47,-36-477 31,-52 194 32,18 195-32,70 34 16,-71 107 0,-476 17-16,-88-53 16,529 88-16</inkml:trace>
  <inkml:trace contextRef="#ctx0" brushRef="#br0" timeOffset="11821.18">24059 1676 0,'0'-18'47,"477"0"-16,-336 18-15,688 0 15,0 0 0,-653 0-15,618 0 15,88 0 16,88 0 0,-846 0-47,493 0 31,177 124 1,52-36 30,-405-53-15,-194 36-16,-159 52 16,-70-34 0,-177-1-16,-246-53 16,-248-35-16,-88 0 16,-106-71 0,-211-70-16,123 124 16,-35 17 0,847 0-47,-442 0 31,-440 53 16,458 70-16,-35 71 16,300-70 0,282 34 0,0-140-47,17 105 47,177-87-16,142-36 16,157 0 0,178 0-16,-54 0 16,53 0-16,-193 0 16,-72 0 0,230 0 0,-282 0-16,300 0 0,-36 0 16,0 35 16,-511-35-63,388 35 31,-53 1 16,-141 17-16,-18-1 16,-229-16-47,35-1 47,-52 18-16,-36 70 16,0-70-16,-177 35 16,-229-88 0,-405 0-16,194-52 16,-106-54-16,70 88 16,-194 18 0,142 0 0,70 0 0,17 0-16,72 0 16,440 0-47,-265 0 47,-176 88-16,230 71 16,211-53-16,106-88-15,0 52 15,0-52 16,159 70-16,158-18 16,336-70-16,-477 0-15,354 0 15,140 0 16,-53 0 0,142 18 0,-671-18-47,335 0 31,247 0 16,-458 0-47,705 35 47,-458 18-16,-71 18 16,265 35-16,-248 70 16,-334-158-31,264 158 15,-264-70 0,-71-88-15,0 70 15,-371-18 16,-758-70 0,212-123-16,35 17 0,-141 53 16,71 35 0,740 18-47,-599 0 31,-371 0 16,582 53 0,53 88 0,159-17 0,176 35-16,212 35 16,0-36-16,18-158-15,141 71 31,-71-71-47,494 0 31,565 0 16,-107 0-16,213 0 0,-1 0 16,53 141 0,-1058-70-31,653-71-1,-230 88 32,-229 18 0,-247 0-16,-176-106-15,211 123 31,-105-88-16,-142 18 16,0-53 78</inkml:trace>
  <inkml:trace contextRef="#ctx0" brushRef="#br0" timeOffset="17079.39">33302 1587 0,'35'18'31,"-17"211"16,-18-193-31,18 34 15</inkml:trace>
  <inkml:trace contextRef="#ctx0" brushRef="#br0" timeOffset="17418.4">33179 1499 0,'88'-53'47,"-176"106"-47,388-159 31,-124 71 16,-88 35 0</inkml:trace>
  <inkml:trace contextRef="#ctx0" brushRef="#br0" timeOffset="17991.8">33443 1711 0,'0'18'31,"159"-18"16,-18 0-16,-123 0 63,52 123-47,-52-105-16,-53-89 47,-1 71-46</inkml:trace>
  <inkml:trace contextRef="#ctx0" brushRef="#br0" timeOffset="20200.29">25647 1429 0,'35'158'78,"-17"-105"-62,17 18 15,-35-53 47,0-1-62</inkml:trace>
  <inkml:trace contextRef="#ctx0" brushRef="#br0" timeOffset="21585.85">27217 1411 0,'35'0'15,"53"141"32,-70-35-16,-18-35 16,18 52-16</inkml:trace>
  <inkml:trace contextRef="#ctx0" brushRef="#br0" timeOffset="30903.59">24977 3210 0,'0'141'63,"0"-35"-48,0 141 32,0-123 0,-18-160 78,-17-316-78,17 158-16,18 176 16,0 53 78,-88 18 63,-71 35-157,89 0-16,70-158 110,105-54-109,-16 54 31,-36 35-16,-1 35 16,1 0-16,-17 17-15,122 142 15,-105-88 16,-53-89 78,-70-70-94,52 17 16,0 54-16,-158 122 16,70-16 0,89-89-16,17-36 94,123-34-109,-88 34-16,89-34 47,-107 70-47,36 18 94,53 70-79,-53-35 1,18 52 15,-18-87 16,-36-18-16,1 0 16,35 18-16</inkml:trace>
  <inkml:trace contextRef="#ctx0" brushRef="#br0" timeOffset="44783.77">24606 12753 0,'53'0'62,"194"-18"-46,406-105 15,88 70 16,-124 106-16,-352 158 16,-248-175-47,18 87 47,-35-158 31,106-159-31,-35 176-47,370-70 31,264 18 16,-564 70-16,-105 0 32,-36 52-1</inkml:trace>
  <inkml:trace contextRef="#ctx0" brushRef="#br0" timeOffset="46332.82">28275 10336 0,'-212'71'78,"-475"352"-31,493-158 0,194-248 62</inkml:trace>
  <inkml:trace contextRef="#ctx0" brushRef="#br0" timeOffset="46779.27">27005 10760 0,'0'282'94,"18"18"-63,-18-283-31,17 19 47,89-19-16,265-34 16,-54-71 0,-264 88-31</inkml:trace>
  <inkml:trace contextRef="#ctx0" brushRef="#br0" timeOffset="54522.36">24994 3316 0</inkml:trace>
  <inkml:trace contextRef="#ctx0" brushRef="#br0" timeOffset="57043.01">26229 13705 0,'-18'0'32,"18"-17"-17,283-107 32,-1 124-16,-247 194 16,-458-17 0,123-89-16,476-53 47,71-35-31,-194 0-47,71 0 47,70 0-16</inkml:trace>
  <inkml:trace contextRef="#ctx0" brushRef="#br0" timeOffset="57495.92">27146 13935 0,'0'141'47,"0"-282"-47,265 352 31,-159-387 16,-142 0-16,-158 176 16,18 123 0,176-105-16,18-1-15</inkml:trace>
  <inkml:trace contextRef="#ctx0" brushRef="#br0" timeOffset="57992.15">27869 12965 0,'0'0'31,"0"88"-31,36 511 15,-19-299 32,19-317-15,122-248 30,-52 300-15,-53 248 0,-123-160-16,-72-123 16,125-53-47,17-53 16</inkml:trace>
  <inkml:trace contextRef="#ctx0" brushRef="#br0" timeOffset="58952.23">28381 13670 0,'18'35'31,"123"36"16,-88-71-47,194-88 31,-230 0 16,1 105-16,52 618 16,-70-511-31,0 140 15,-141-246 0,88-530 32,494-105-16,-352 511-47,122-370 31,-193 176 16,-36 388-16,-88 547 16,265-494-16,-106-141-15,123-176 15,-34 53 16,175 493-16,-335-141 16,-281-193-16,-178-213 1</inkml:trace>
  <inkml:trace contextRef="#ctx0" brushRef="#br0" timeOffset="59111.82">29281 13176 0,'0'0'0,"599"0"47,-458 0-47,0 0 16</inkml:trace>
  <inkml:trace contextRef="#ctx0" brushRef="#br0" timeOffset="61739.68">25012 3369 0,'0'-18'375</inkml:trace>
  <inkml:trace contextRef="#ctx0" brushRef="#br0" timeOffset="66206.36">27323 2558 0,'0'53'63,"0"105"-48,0-87 32,-18-71 47,-17 17-16,-1-211-47,36 71 16,-17 105 0,17 212-16,0 36 32,0-319 62,0-87-94,0 35 0,53 159 63,-18 423-47,-35-406-16,0-70 63,0-159-63,0 141-31,0 0 47,0 194 62,0-53-93,0 0 15,0-158 47,0-160-15,0 125-32,0 246 47,18 35-31,-1-176 78,-17-388-78,0 335-16,0 124 79,0 140-95,0-70 32,0-211 31,0-371-31,0 335-16,0 282 48,0-17-33,0-141 189,0-1-204,0 1 0</inkml:trace>
  <inkml:trace contextRef="#ctx0" brushRef="#br0" timeOffset="69070.17">27746 2187 0,'18'141'47,"17"-52"0,-35-72-16,18-52 16,34-124 0,-52 141-16,89 177 16,-72-53 0,71-318 31,-88 159-47,53 106 16,-17 141 0,-19-176 0,54-88 0,-36-89-16,18 212 63,18 141-47</inkml:trace>
  <inkml:trace contextRef="#ctx0" brushRef="#br0" timeOffset="69326.55">28416 1958 0,'53'-18'109,"-35"18"-109</inkml:trace>
  <inkml:trace contextRef="#ctx0" brushRef="#br0" timeOffset="70078.56">28628 1958 0,'18'53'31,"-18"335"0,0-300 16,105-247 0,-52-52 0,-53 193-16,18 124 16,17-36-16,53-52 16,-70-18-47,123-71 47,-123 54-16,-1-1 16,89 106-16,-35-88 16,-71-194 0,0 159 0,-18 35-31</inkml:trace>
  <inkml:trace contextRef="#ctx0" brushRef="#br0" timeOffset="70287">29157 1887 0,'0'0'31,"-18"-17"31</inkml:trace>
  <inkml:trace contextRef="#ctx0" brushRef="#br0" timeOffset="70703.78">27622 1923 0</inkml:trace>
  <inkml:trace contextRef="#ctx0" brushRef="#br0" timeOffset="72990.52">29986 1923 0,'0'105'31,"-70"442"16,70-494-47,-36 88 47,-70-194-16,-88-582 16,230 371-16,158 246 16,-124 212 0,-211 71-16,124-177 16,105-35-16,141-141 16,-229 52-47,18-34 47,-36 70-16,0 176 16,124-140 0,-53-36-31,88-159 15,-105 106 16,52 229-16,-88 195 16,-18-689 31,106 54-31,-17 299 31,17-247-31,-70 124-47,-1-318 31,-17 336 16,0 475-16,71-87 16,-36-300 16,142-18-32,-107 88 16,-52-71-16,-124-87 63,-106 17-94</inkml:trace>
  <inkml:trace contextRef="#ctx0" brushRef="#br0" timeOffset="73164.89">30498 1693 0,'352'0'47,"-704"0"-47,863 0 0,-176 53 0</inkml:trace>
  <inkml:trace contextRef="#ctx0" brushRef="#br0" timeOffset="73947.75">24447 4304 0,'0'0'16,"18"-159"31,-18 89-16,-70 158 16,34-18-47,-70 442 31,106-336 16,0-158 0,-35-18-16,-18-53-31</inkml:trace>
  <inkml:trace contextRef="#ctx0" brushRef="#br0" timeOffset="74667.99">24077 4639 0,'124'-71'31,"193"-17"16,-176 35-16,-141 71 63,18 35-63,70-53 16,18-141 0,-89 141 0,19 53 0,-19-36-16,72-17 16,-37 18 31,-34 17-31</inkml:trace>
  <inkml:trace contextRef="#ctx0" brushRef="#br0" timeOffset="74904.3">24730 4127 0,'0'0'31,"35"0"32</inkml:trace>
  <inkml:trace contextRef="#ctx0" brushRef="#br0" timeOffset="76580.63">25506 4216 0,'0'35'47,"-18"300"-32,1-211-15,17 70 47,-36-459 31,72-88-31,34 300-16,-70 318 16,0-89-15,53-123 30,123-106-15,-123-53-16,-53 212 47,18-53-31,264-176 0,-229-89-16,-71 406 47,54 212-31,-19-177 0,-369-211-16,316-424 16,301 18-15,-124 370 14,-53 107-14</inkml:trace>
  <inkml:trace contextRef="#ctx0" brushRef="#br0" timeOffset="85151.78">25329 3157 0,'18'18'46,"0"70"-30,52 53 15,-52-123 16,35-18-16</inkml:trace>
  <inkml:trace contextRef="#ctx0" brushRef="#br0" timeOffset="85487.62">25929 3193 0,'71'17'15,"-54"89"32,54 18-15,-18-54 30,70-35-15,-17-158-16</inkml:trace>
  <inkml:trace contextRef="#ctx0" brushRef="#br0" timeOffset="85790.78">26864 3316 0,'0'0'16,"18"18"15,17 70 16,53 0-16,18-88 16,0 0-31</inkml:trace>
  <inkml:trace contextRef="#ctx0" brushRef="#br0" timeOffset="86078.06">27975 3334 0,'18'53'94,"70"0"-63,36-53 1</inkml:trace>
  <inkml:trace contextRef="#ctx0" brushRef="#br0" timeOffset="86365.62">28875 3034 0,'53'176'31,"-106"-352"-31,194 529 47,-35-300 0,53-18-16</inkml:trace>
  <inkml:trace contextRef="#ctx0" brushRef="#br0" timeOffset="86652.6">29616 3387 0,'0'17'15,"0"-34"-15,35 105 47,0-53-47,18 36 31,0-71 16,0 0-31</inkml:trace>
  <inkml:trace contextRef="#ctx0" brushRef="#br0" timeOffset="86955.96">30480 3457 0,'35'53'0,"-70"-106"0,70 141 47,1-17 0,-19-53 0,-105-18-16</inkml:trace>
  <inkml:trace contextRef="#ctx0" brushRef="#br0" timeOffset="87819.97">31750 3052 0,'0'17'47,"18"230"-16,17-194-31,-17 70 47</inkml:trace>
  <inkml:trace contextRef="#ctx0" brushRef="#br0" timeOffset="88156.19">31186 2734 0,'0'0'16,"-36"18"15,-52 193 16,-177 36-16</inkml:trace>
  <inkml:trace contextRef="#ctx0" brushRef="#br0" timeOffset="88444.22">29739 3069 0,'0'35'94,"-35"54"-63</inkml:trace>
  <inkml:trace contextRef="#ctx0" brushRef="#br0" timeOffset="88779.88">28487 2822 0,'-35'0'31,"-18"141"16,53-88-47,-18 35 31</inkml:trace>
  <inkml:trace contextRef="#ctx0" brushRef="#br0" timeOffset="89085.47">27975 2893 0,'-17'0'47,"-36"0"-16,53 70 16</inkml:trace>
  <inkml:trace contextRef="#ctx0" brushRef="#br0" timeOffset="89370.15">27640 2663 0,'0'89'78,"53"52"-47,-35-106-15,-1 0-16</inkml:trace>
  <inkml:trace contextRef="#ctx0" brushRef="#br0" timeOffset="99289.2">24941 3387 0,'-17'0'47,"-1"123"15,0 71-15,18-141-16</inkml:trace>
  <inkml:trace contextRef="#ctx0" brushRef="#br0" timeOffset="101160.37">26776 1252 0,'17'53'47,"89"335"-32,0 230 32,-88-424 0,-18-212 94,-18 18-141</inkml:trace>
  <inkml:trace contextRef="#ctx0" brushRef="#br0" timeOffset="102454.31">26723 2240 0,'53'35'78,"106"159"-31,-107-194 31,72-123-47,-124 105-15,53-176 15,-53 141 16,-18 142 31,-52 140-31,52-229 47,-123-18-63,17-105 16,89 87 0,106 160 78,140 141-94,-193-230-31,0 0 47,17-229 31,-35 35-47,0 142-15,0-89 15,0 88 16</inkml:trace>
  <inkml:trace contextRef="#ctx0" brushRef="#br0" timeOffset="103031.45">26882 1129 0,'0'247'62,"53"741"-15,-53-495-16,0-457 16,0-89 31,0-71-31,-18 124-16</inkml:trace>
  <inkml:trace contextRef="#ctx0" brushRef="#br0" timeOffset="104152.14">26529 2364 0,'0'-18'15,"159"89"32,140 246-16,-246-229-15,-17-53 15,17-17 16,141-194-16,-141-159 16,-53 246-16,0 178 63,-142 228-63,107-229 16,-35-35 0,34-35-47,-52-300 94,-35-1-63,105 266-15,-35-36 15,88 106 110,18 0-126,-35 0 32,17-36-31</inkml:trace>
  <inkml:trace contextRef="#ctx0" brushRef="#br0" timeOffset="107952.44">17110 14111 0,'0'-18'16,"88"-34"46,547 34-15,88 18-16,-670-18 16</inkml:trace>
  <inkml:trace contextRef="#ctx0" brushRef="#br0" timeOffset="108589.07">17674 13776 0,'-159'159'62,"-70"70"-15,194-229-47,17 18 47,212 17 31,53 35-31,-229-52 78</inkml:trace>
  <inkml:trace contextRef="#ctx0" brushRef="#br0" timeOffset="115655.36">17515 15275 0,'-17'0'47,"17"-35"-16,476 35 16,247-18-16,-546 1 16,-142 17 0,-70 0-31</inkml:trace>
  <inkml:trace contextRef="#ctx0" brushRef="#br0" timeOffset="116375.92">17868 14975 0,'-17'18'47,"-460"282"0,389-247-47,-18 0 47,124-53 62,246 17-62,-211 1-47,159 53 47,-194-54-16,-71-17 32</inkml:trace>
  <inkml:trace contextRef="#ctx0" brushRef="#br0" timeOffset="130375">20426 12400 0,'17'0'78,"1042"-35"-31,-71 52-16,-759 107 0,-229-36 16,0-70 0,53-124-16,158-35 16,1 123 0,-194 18-16,-1 0 16</inkml:trace>
  <inkml:trace contextRef="#ctx0" brushRef="#br0" timeOffset="144996">25277 11007 0,'0'-89'78,"-406"-387"-31,0 388 0,-247 106-16,530 35-31,-300 282 47,140 17-16,248-299 16,18-35 0,-19-18-16,-34 0-31</inkml:trace>
  <inkml:trace contextRef="#ctx0" brushRef="#br0" timeOffset="145491.51">22631 10689 0,'0'53'46,"-36"529"1,19-458-15,299-407 77,106 178-78,-300 105 16,-35 105-16,-53-69-15</inkml:trace>
  <inkml:trace contextRef="#ctx0" brushRef="#br0" timeOffset="154320.19">5715 12700 0,'18'-35'16,"158"-18"31,565 35-16,194 18 16,-547-17-16,17-54 16,-334 71-47,-18 0 47</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5162CC0-947A-FB54-4A4C-0FF2A896A19F}"/>
              </a:ext>
            </a:extLst>
          </p:cNvPr>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endParaRPr lang="es-PE"/>
          </a:p>
        </p:txBody>
      </p:sp>
      <p:sp>
        <p:nvSpPr>
          <p:cNvPr id="3" name="Subtítulo 2">
            <a:extLst>
              <a:ext uri="{FF2B5EF4-FFF2-40B4-BE49-F238E27FC236}">
                <a16:creationId xmlns:a16="http://schemas.microsoft.com/office/drawing/2014/main" id="{C043ABED-9A13-E708-D044-4B54594F94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PE"/>
          </a:p>
        </p:txBody>
      </p:sp>
      <p:sp>
        <p:nvSpPr>
          <p:cNvPr id="4" name="Marcador de fecha 3">
            <a:extLst>
              <a:ext uri="{FF2B5EF4-FFF2-40B4-BE49-F238E27FC236}">
                <a16:creationId xmlns:a16="http://schemas.microsoft.com/office/drawing/2014/main" id="{1D368CE3-5858-EACF-8E17-99DD9382CC41}"/>
              </a:ext>
            </a:extLst>
          </p:cNvPr>
          <p:cNvSpPr>
            <a:spLocks noGrp="1"/>
          </p:cNvSpPr>
          <p:nvPr>
            <p:ph type="dt" sz="half" idx="10"/>
          </p:nvPr>
        </p:nvSpPr>
        <p:spPr/>
        <p:txBody>
          <a:bodyPr/>
          <a:lstStyle/>
          <a:p>
            <a:fld id="{727251B1-9EB1-49A3-96C7-C0E1E3ABA629}" type="datetimeFigureOut">
              <a:rPr lang="es-PE" smtClean="0"/>
              <a:t>18/11/2025</a:t>
            </a:fld>
            <a:endParaRPr lang="es-PE"/>
          </a:p>
        </p:txBody>
      </p:sp>
      <p:sp>
        <p:nvSpPr>
          <p:cNvPr id="5" name="Marcador de pie de página 4">
            <a:extLst>
              <a:ext uri="{FF2B5EF4-FFF2-40B4-BE49-F238E27FC236}">
                <a16:creationId xmlns:a16="http://schemas.microsoft.com/office/drawing/2014/main" id="{CB4A8A7E-169B-DD4C-4EFC-29BA61046389}"/>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331D3B82-0621-6E83-0806-FA7036876C4D}"/>
              </a:ext>
            </a:extLst>
          </p:cNvPr>
          <p:cNvSpPr>
            <a:spLocks noGrp="1"/>
          </p:cNvSpPr>
          <p:nvPr>
            <p:ph type="sldNum" sz="quarter" idx="12"/>
          </p:nvPr>
        </p:nvSpPr>
        <p:spPr/>
        <p:txBody>
          <a:bodyPr/>
          <a:lstStyle/>
          <a:p>
            <a:fld id="{63773603-6F7E-4D79-9638-647E708B05A6}" type="slidenum">
              <a:rPr lang="es-PE" smtClean="0"/>
              <a:t>‹Nº›</a:t>
            </a:fld>
            <a:endParaRPr lang="es-PE"/>
          </a:p>
        </p:txBody>
      </p:sp>
    </p:spTree>
    <p:extLst>
      <p:ext uri="{BB962C8B-B14F-4D97-AF65-F5344CB8AC3E}">
        <p14:creationId xmlns:p14="http://schemas.microsoft.com/office/powerpoint/2010/main" val="42513242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B18483-610D-EF12-BCEB-9D02855B9E2C}"/>
              </a:ext>
            </a:extLst>
          </p:cNvPr>
          <p:cNvSpPr>
            <a:spLocks noGrp="1"/>
          </p:cNvSpPr>
          <p:nvPr>
            <p:ph type="title"/>
          </p:nvPr>
        </p:nvSpPr>
        <p:spPr/>
        <p:txBody>
          <a:bodyPr/>
          <a:lstStyle/>
          <a:p>
            <a:r>
              <a:rPr lang="es-MX"/>
              <a:t>Haz clic para modificar el estilo de título del patrón</a:t>
            </a:r>
            <a:endParaRPr lang="es-PE"/>
          </a:p>
        </p:txBody>
      </p:sp>
      <p:sp>
        <p:nvSpPr>
          <p:cNvPr id="3" name="Marcador de contenido 2">
            <a:extLst>
              <a:ext uri="{FF2B5EF4-FFF2-40B4-BE49-F238E27FC236}">
                <a16:creationId xmlns:a16="http://schemas.microsoft.com/office/drawing/2014/main" id="{7367F4D8-7522-B55C-50F9-0C39AD563443}"/>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PE"/>
          </a:p>
        </p:txBody>
      </p:sp>
      <p:sp>
        <p:nvSpPr>
          <p:cNvPr id="4" name="Marcador de fecha 3">
            <a:extLst>
              <a:ext uri="{FF2B5EF4-FFF2-40B4-BE49-F238E27FC236}">
                <a16:creationId xmlns:a16="http://schemas.microsoft.com/office/drawing/2014/main" id="{D3F2B0D6-F65F-AF12-E71F-523051F7C9C7}"/>
              </a:ext>
            </a:extLst>
          </p:cNvPr>
          <p:cNvSpPr>
            <a:spLocks noGrp="1"/>
          </p:cNvSpPr>
          <p:nvPr>
            <p:ph type="dt" sz="half" idx="10"/>
          </p:nvPr>
        </p:nvSpPr>
        <p:spPr/>
        <p:txBody>
          <a:bodyPr/>
          <a:lstStyle/>
          <a:p>
            <a:fld id="{727251B1-9EB1-49A3-96C7-C0E1E3ABA629}" type="datetimeFigureOut">
              <a:rPr lang="es-PE" smtClean="0"/>
              <a:t>18/11/2025</a:t>
            </a:fld>
            <a:endParaRPr lang="es-PE"/>
          </a:p>
        </p:txBody>
      </p:sp>
      <p:sp>
        <p:nvSpPr>
          <p:cNvPr id="5" name="Marcador de pie de página 4">
            <a:extLst>
              <a:ext uri="{FF2B5EF4-FFF2-40B4-BE49-F238E27FC236}">
                <a16:creationId xmlns:a16="http://schemas.microsoft.com/office/drawing/2014/main" id="{67077A1F-C9F1-87A8-7874-D8A0277A4F28}"/>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3828171C-C226-B4A7-6A50-E130428AED86}"/>
              </a:ext>
            </a:extLst>
          </p:cNvPr>
          <p:cNvSpPr>
            <a:spLocks noGrp="1"/>
          </p:cNvSpPr>
          <p:nvPr>
            <p:ph type="sldNum" sz="quarter" idx="12"/>
          </p:nvPr>
        </p:nvSpPr>
        <p:spPr/>
        <p:txBody>
          <a:bodyPr/>
          <a:lstStyle/>
          <a:p>
            <a:fld id="{63773603-6F7E-4D79-9638-647E708B05A6}" type="slidenum">
              <a:rPr lang="es-PE" smtClean="0"/>
              <a:t>‹Nº›</a:t>
            </a:fld>
            <a:endParaRPr lang="es-PE"/>
          </a:p>
        </p:txBody>
      </p:sp>
    </p:spTree>
    <p:extLst>
      <p:ext uri="{BB962C8B-B14F-4D97-AF65-F5344CB8AC3E}">
        <p14:creationId xmlns:p14="http://schemas.microsoft.com/office/powerpoint/2010/main" val="10490717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3DFA53-1E73-244B-7581-A252E73D7C56}"/>
              </a:ext>
            </a:extLst>
          </p:cNvPr>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endParaRPr lang="es-PE"/>
          </a:p>
        </p:txBody>
      </p:sp>
      <p:sp>
        <p:nvSpPr>
          <p:cNvPr id="3" name="Marcador de texto 2">
            <a:extLst>
              <a:ext uri="{FF2B5EF4-FFF2-40B4-BE49-F238E27FC236}">
                <a16:creationId xmlns:a16="http://schemas.microsoft.com/office/drawing/2014/main" id="{65645F5C-2047-4F8C-A01A-AAF37814AEF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id="{700C03AD-0574-FC86-BA34-25003B9A56DC}"/>
              </a:ext>
            </a:extLst>
          </p:cNvPr>
          <p:cNvSpPr>
            <a:spLocks noGrp="1"/>
          </p:cNvSpPr>
          <p:nvPr>
            <p:ph type="dt" sz="half" idx="10"/>
          </p:nvPr>
        </p:nvSpPr>
        <p:spPr/>
        <p:txBody>
          <a:bodyPr/>
          <a:lstStyle/>
          <a:p>
            <a:fld id="{727251B1-9EB1-49A3-96C7-C0E1E3ABA629}" type="datetimeFigureOut">
              <a:rPr lang="es-PE" smtClean="0"/>
              <a:t>18/11/2025</a:t>
            </a:fld>
            <a:endParaRPr lang="es-PE"/>
          </a:p>
        </p:txBody>
      </p:sp>
      <p:sp>
        <p:nvSpPr>
          <p:cNvPr id="5" name="Marcador de pie de página 4">
            <a:extLst>
              <a:ext uri="{FF2B5EF4-FFF2-40B4-BE49-F238E27FC236}">
                <a16:creationId xmlns:a16="http://schemas.microsoft.com/office/drawing/2014/main" id="{6BA86302-84F5-254B-0B9C-965DEBD7EE1C}"/>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5BD1DBAB-8730-3217-CC75-CCB7F542870D}"/>
              </a:ext>
            </a:extLst>
          </p:cNvPr>
          <p:cNvSpPr>
            <a:spLocks noGrp="1"/>
          </p:cNvSpPr>
          <p:nvPr>
            <p:ph type="sldNum" sz="quarter" idx="12"/>
          </p:nvPr>
        </p:nvSpPr>
        <p:spPr/>
        <p:txBody>
          <a:bodyPr/>
          <a:lstStyle/>
          <a:p>
            <a:fld id="{63773603-6F7E-4D79-9638-647E708B05A6}" type="slidenum">
              <a:rPr lang="es-PE" smtClean="0"/>
              <a:t>‹Nº›</a:t>
            </a:fld>
            <a:endParaRPr lang="es-PE"/>
          </a:p>
        </p:txBody>
      </p:sp>
    </p:spTree>
    <p:extLst>
      <p:ext uri="{BB962C8B-B14F-4D97-AF65-F5344CB8AC3E}">
        <p14:creationId xmlns:p14="http://schemas.microsoft.com/office/powerpoint/2010/main" val="28362187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41F8A30-76D1-5DBE-B56B-552F4D08EE8D}"/>
              </a:ext>
            </a:extLst>
          </p:cNvPr>
          <p:cNvSpPr>
            <a:spLocks noGrp="1"/>
          </p:cNvSpPr>
          <p:nvPr>
            <p:ph type="title"/>
          </p:nvPr>
        </p:nvSpPr>
        <p:spPr/>
        <p:txBody>
          <a:bodyPr/>
          <a:lstStyle/>
          <a:p>
            <a:r>
              <a:rPr lang="es-MX"/>
              <a:t>Haz clic para modificar el estilo de título del patrón</a:t>
            </a:r>
            <a:endParaRPr lang="es-PE"/>
          </a:p>
        </p:txBody>
      </p:sp>
      <p:sp>
        <p:nvSpPr>
          <p:cNvPr id="3" name="Marcador de contenido 2">
            <a:extLst>
              <a:ext uri="{FF2B5EF4-FFF2-40B4-BE49-F238E27FC236}">
                <a16:creationId xmlns:a16="http://schemas.microsoft.com/office/drawing/2014/main" id="{F4033D27-99BB-6E48-E4A1-E414BFE1C27A}"/>
              </a:ext>
            </a:extLst>
          </p:cNvPr>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PE"/>
          </a:p>
        </p:txBody>
      </p:sp>
      <p:sp>
        <p:nvSpPr>
          <p:cNvPr id="4" name="Marcador de contenido 3">
            <a:extLst>
              <a:ext uri="{FF2B5EF4-FFF2-40B4-BE49-F238E27FC236}">
                <a16:creationId xmlns:a16="http://schemas.microsoft.com/office/drawing/2014/main" id="{57B29FC3-8143-2BA8-BDF5-CD2029F568B9}"/>
              </a:ext>
            </a:extLst>
          </p:cNvPr>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PE"/>
          </a:p>
        </p:txBody>
      </p:sp>
      <p:sp>
        <p:nvSpPr>
          <p:cNvPr id="5" name="Marcador de fecha 4">
            <a:extLst>
              <a:ext uri="{FF2B5EF4-FFF2-40B4-BE49-F238E27FC236}">
                <a16:creationId xmlns:a16="http://schemas.microsoft.com/office/drawing/2014/main" id="{7C663381-60CB-0BF3-4D82-242FFE36A0E4}"/>
              </a:ext>
            </a:extLst>
          </p:cNvPr>
          <p:cNvSpPr>
            <a:spLocks noGrp="1"/>
          </p:cNvSpPr>
          <p:nvPr>
            <p:ph type="dt" sz="half" idx="10"/>
          </p:nvPr>
        </p:nvSpPr>
        <p:spPr/>
        <p:txBody>
          <a:bodyPr/>
          <a:lstStyle/>
          <a:p>
            <a:fld id="{727251B1-9EB1-49A3-96C7-C0E1E3ABA629}" type="datetimeFigureOut">
              <a:rPr lang="es-PE" smtClean="0"/>
              <a:t>18/11/2025</a:t>
            </a:fld>
            <a:endParaRPr lang="es-PE"/>
          </a:p>
        </p:txBody>
      </p:sp>
      <p:sp>
        <p:nvSpPr>
          <p:cNvPr id="6" name="Marcador de pie de página 5">
            <a:extLst>
              <a:ext uri="{FF2B5EF4-FFF2-40B4-BE49-F238E27FC236}">
                <a16:creationId xmlns:a16="http://schemas.microsoft.com/office/drawing/2014/main" id="{720A4896-0D19-83EA-462F-BBF26A626C83}"/>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6B243579-E92A-2636-92DA-364656B9E234}"/>
              </a:ext>
            </a:extLst>
          </p:cNvPr>
          <p:cNvSpPr>
            <a:spLocks noGrp="1"/>
          </p:cNvSpPr>
          <p:nvPr>
            <p:ph type="sldNum" sz="quarter" idx="12"/>
          </p:nvPr>
        </p:nvSpPr>
        <p:spPr/>
        <p:txBody>
          <a:bodyPr/>
          <a:lstStyle/>
          <a:p>
            <a:fld id="{63773603-6F7E-4D79-9638-647E708B05A6}" type="slidenum">
              <a:rPr lang="es-PE" smtClean="0"/>
              <a:t>‹Nº›</a:t>
            </a:fld>
            <a:endParaRPr lang="es-PE"/>
          </a:p>
        </p:txBody>
      </p:sp>
    </p:spTree>
    <p:extLst>
      <p:ext uri="{BB962C8B-B14F-4D97-AF65-F5344CB8AC3E}">
        <p14:creationId xmlns:p14="http://schemas.microsoft.com/office/powerpoint/2010/main" val="13113936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869594-1F9B-50C8-BE08-D6665D8A6AB6}"/>
              </a:ext>
            </a:extLst>
          </p:cNvPr>
          <p:cNvSpPr>
            <a:spLocks noGrp="1"/>
          </p:cNvSpPr>
          <p:nvPr>
            <p:ph type="title"/>
          </p:nvPr>
        </p:nvSpPr>
        <p:spPr>
          <a:xfrm>
            <a:off x="839788" y="365125"/>
            <a:ext cx="10515600" cy="1325563"/>
          </a:xfrm>
        </p:spPr>
        <p:txBody>
          <a:bodyPr/>
          <a:lstStyle/>
          <a:p>
            <a:r>
              <a:rPr lang="es-MX"/>
              <a:t>Haz clic para modificar el estilo de título del patrón</a:t>
            </a:r>
            <a:endParaRPr lang="es-PE"/>
          </a:p>
        </p:txBody>
      </p:sp>
      <p:sp>
        <p:nvSpPr>
          <p:cNvPr id="3" name="Marcador de texto 2">
            <a:extLst>
              <a:ext uri="{FF2B5EF4-FFF2-40B4-BE49-F238E27FC236}">
                <a16:creationId xmlns:a16="http://schemas.microsoft.com/office/drawing/2014/main" id="{87CF35D5-69C0-74E9-EE94-80633B2C5C0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ED9BD6CE-2AF4-CB3E-8EA4-6538E86F7F5A}"/>
              </a:ext>
            </a:extLst>
          </p:cNvPr>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PE"/>
          </a:p>
        </p:txBody>
      </p:sp>
      <p:sp>
        <p:nvSpPr>
          <p:cNvPr id="5" name="Marcador de texto 4">
            <a:extLst>
              <a:ext uri="{FF2B5EF4-FFF2-40B4-BE49-F238E27FC236}">
                <a16:creationId xmlns:a16="http://schemas.microsoft.com/office/drawing/2014/main" id="{F0B54015-1B7C-538C-2FC2-9DD2D43CCBE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DA58BC08-9124-3EE8-8C38-1752CF649E45}"/>
              </a:ext>
            </a:extLst>
          </p:cNvPr>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PE"/>
          </a:p>
        </p:txBody>
      </p:sp>
      <p:sp>
        <p:nvSpPr>
          <p:cNvPr id="7" name="Marcador de fecha 6">
            <a:extLst>
              <a:ext uri="{FF2B5EF4-FFF2-40B4-BE49-F238E27FC236}">
                <a16:creationId xmlns:a16="http://schemas.microsoft.com/office/drawing/2014/main" id="{9F2CAD1D-4F90-C070-EFD8-EF634DEF0660}"/>
              </a:ext>
            </a:extLst>
          </p:cNvPr>
          <p:cNvSpPr>
            <a:spLocks noGrp="1"/>
          </p:cNvSpPr>
          <p:nvPr>
            <p:ph type="dt" sz="half" idx="10"/>
          </p:nvPr>
        </p:nvSpPr>
        <p:spPr/>
        <p:txBody>
          <a:bodyPr/>
          <a:lstStyle/>
          <a:p>
            <a:fld id="{727251B1-9EB1-49A3-96C7-C0E1E3ABA629}" type="datetimeFigureOut">
              <a:rPr lang="es-PE" smtClean="0"/>
              <a:t>18/11/2025</a:t>
            </a:fld>
            <a:endParaRPr lang="es-PE"/>
          </a:p>
        </p:txBody>
      </p:sp>
      <p:sp>
        <p:nvSpPr>
          <p:cNvPr id="8" name="Marcador de pie de página 7">
            <a:extLst>
              <a:ext uri="{FF2B5EF4-FFF2-40B4-BE49-F238E27FC236}">
                <a16:creationId xmlns:a16="http://schemas.microsoft.com/office/drawing/2014/main" id="{5AC17F29-1FBD-F238-65B0-295ED15E3A9F}"/>
              </a:ext>
            </a:extLst>
          </p:cNvPr>
          <p:cNvSpPr>
            <a:spLocks noGrp="1"/>
          </p:cNvSpPr>
          <p:nvPr>
            <p:ph type="ftr" sz="quarter" idx="11"/>
          </p:nvPr>
        </p:nvSpPr>
        <p:spPr/>
        <p:txBody>
          <a:bodyPr/>
          <a:lstStyle/>
          <a:p>
            <a:endParaRPr lang="es-PE"/>
          </a:p>
        </p:txBody>
      </p:sp>
      <p:sp>
        <p:nvSpPr>
          <p:cNvPr id="9" name="Marcador de número de diapositiva 8">
            <a:extLst>
              <a:ext uri="{FF2B5EF4-FFF2-40B4-BE49-F238E27FC236}">
                <a16:creationId xmlns:a16="http://schemas.microsoft.com/office/drawing/2014/main" id="{7E0C392F-2B3E-32D7-E703-5715387EC647}"/>
              </a:ext>
            </a:extLst>
          </p:cNvPr>
          <p:cNvSpPr>
            <a:spLocks noGrp="1"/>
          </p:cNvSpPr>
          <p:nvPr>
            <p:ph type="sldNum" sz="quarter" idx="12"/>
          </p:nvPr>
        </p:nvSpPr>
        <p:spPr/>
        <p:txBody>
          <a:bodyPr/>
          <a:lstStyle/>
          <a:p>
            <a:fld id="{63773603-6F7E-4D79-9638-647E708B05A6}" type="slidenum">
              <a:rPr lang="es-PE" smtClean="0"/>
              <a:t>‹Nº›</a:t>
            </a:fld>
            <a:endParaRPr lang="es-PE"/>
          </a:p>
        </p:txBody>
      </p:sp>
    </p:spTree>
    <p:extLst>
      <p:ext uri="{BB962C8B-B14F-4D97-AF65-F5344CB8AC3E}">
        <p14:creationId xmlns:p14="http://schemas.microsoft.com/office/powerpoint/2010/main" val="4071454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F76657-3978-2B3C-2F44-9F861975BB49}"/>
              </a:ext>
            </a:extLst>
          </p:cNvPr>
          <p:cNvSpPr>
            <a:spLocks noGrp="1"/>
          </p:cNvSpPr>
          <p:nvPr>
            <p:ph type="title"/>
          </p:nvPr>
        </p:nvSpPr>
        <p:spPr/>
        <p:txBody>
          <a:bodyPr/>
          <a:lstStyle/>
          <a:p>
            <a:r>
              <a:rPr lang="es-MX"/>
              <a:t>Haz clic para modificar el estilo de título del patrón</a:t>
            </a:r>
            <a:endParaRPr lang="es-PE"/>
          </a:p>
        </p:txBody>
      </p:sp>
      <p:sp>
        <p:nvSpPr>
          <p:cNvPr id="3" name="Marcador de fecha 2">
            <a:extLst>
              <a:ext uri="{FF2B5EF4-FFF2-40B4-BE49-F238E27FC236}">
                <a16:creationId xmlns:a16="http://schemas.microsoft.com/office/drawing/2014/main" id="{A25FA6F4-78D8-8155-DCA6-C39B8C458FE8}"/>
              </a:ext>
            </a:extLst>
          </p:cNvPr>
          <p:cNvSpPr>
            <a:spLocks noGrp="1"/>
          </p:cNvSpPr>
          <p:nvPr>
            <p:ph type="dt" sz="half" idx="10"/>
          </p:nvPr>
        </p:nvSpPr>
        <p:spPr/>
        <p:txBody>
          <a:bodyPr/>
          <a:lstStyle/>
          <a:p>
            <a:fld id="{727251B1-9EB1-49A3-96C7-C0E1E3ABA629}" type="datetimeFigureOut">
              <a:rPr lang="es-PE" smtClean="0"/>
              <a:t>18/11/2025</a:t>
            </a:fld>
            <a:endParaRPr lang="es-PE"/>
          </a:p>
        </p:txBody>
      </p:sp>
      <p:sp>
        <p:nvSpPr>
          <p:cNvPr id="4" name="Marcador de pie de página 3">
            <a:extLst>
              <a:ext uri="{FF2B5EF4-FFF2-40B4-BE49-F238E27FC236}">
                <a16:creationId xmlns:a16="http://schemas.microsoft.com/office/drawing/2014/main" id="{4B5F5D62-19F0-E204-0347-329C3E95FDEF}"/>
              </a:ext>
            </a:extLst>
          </p:cNvPr>
          <p:cNvSpPr>
            <a:spLocks noGrp="1"/>
          </p:cNvSpPr>
          <p:nvPr>
            <p:ph type="ftr" sz="quarter" idx="11"/>
          </p:nvPr>
        </p:nvSpPr>
        <p:spPr/>
        <p:txBody>
          <a:bodyPr/>
          <a:lstStyle/>
          <a:p>
            <a:endParaRPr lang="es-PE"/>
          </a:p>
        </p:txBody>
      </p:sp>
      <p:sp>
        <p:nvSpPr>
          <p:cNvPr id="5" name="Marcador de número de diapositiva 4">
            <a:extLst>
              <a:ext uri="{FF2B5EF4-FFF2-40B4-BE49-F238E27FC236}">
                <a16:creationId xmlns:a16="http://schemas.microsoft.com/office/drawing/2014/main" id="{23088AA2-C1CD-872A-9095-EDF3EA6FDEB7}"/>
              </a:ext>
            </a:extLst>
          </p:cNvPr>
          <p:cNvSpPr>
            <a:spLocks noGrp="1"/>
          </p:cNvSpPr>
          <p:nvPr>
            <p:ph type="sldNum" sz="quarter" idx="12"/>
          </p:nvPr>
        </p:nvSpPr>
        <p:spPr/>
        <p:txBody>
          <a:bodyPr/>
          <a:lstStyle/>
          <a:p>
            <a:fld id="{63773603-6F7E-4D79-9638-647E708B05A6}" type="slidenum">
              <a:rPr lang="es-PE" smtClean="0"/>
              <a:t>‹Nº›</a:t>
            </a:fld>
            <a:endParaRPr lang="es-PE"/>
          </a:p>
        </p:txBody>
      </p:sp>
    </p:spTree>
    <p:extLst>
      <p:ext uri="{BB962C8B-B14F-4D97-AF65-F5344CB8AC3E}">
        <p14:creationId xmlns:p14="http://schemas.microsoft.com/office/powerpoint/2010/main" val="34182805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2F0A7398-299B-8C1D-5DF4-C0E212C35A86}"/>
              </a:ext>
            </a:extLst>
          </p:cNvPr>
          <p:cNvSpPr>
            <a:spLocks noGrp="1"/>
          </p:cNvSpPr>
          <p:nvPr>
            <p:ph type="dt" sz="half" idx="10"/>
          </p:nvPr>
        </p:nvSpPr>
        <p:spPr/>
        <p:txBody>
          <a:bodyPr/>
          <a:lstStyle/>
          <a:p>
            <a:fld id="{727251B1-9EB1-49A3-96C7-C0E1E3ABA629}" type="datetimeFigureOut">
              <a:rPr lang="es-PE" smtClean="0"/>
              <a:t>18/11/2025</a:t>
            </a:fld>
            <a:endParaRPr lang="es-PE"/>
          </a:p>
        </p:txBody>
      </p:sp>
      <p:sp>
        <p:nvSpPr>
          <p:cNvPr id="3" name="Marcador de pie de página 2">
            <a:extLst>
              <a:ext uri="{FF2B5EF4-FFF2-40B4-BE49-F238E27FC236}">
                <a16:creationId xmlns:a16="http://schemas.microsoft.com/office/drawing/2014/main" id="{D669E519-74BF-4C48-6785-BB9A8B522F80}"/>
              </a:ext>
            </a:extLst>
          </p:cNvPr>
          <p:cNvSpPr>
            <a:spLocks noGrp="1"/>
          </p:cNvSpPr>
          <p:nvPr>
            <p:ph type="ftr" sz="quarter" idx="11"/>
          </p:nvPr>
        </p:nvSpPr>
        <p:spPr/>
        <p:txBody>
          <a:bodyPr/>
          <a:lstStyle/>
          <a:p>
            <a:endParaRPr lang="es-PE"/>
          </a:p>
        </p:txBody>
      </p:sp>
      <p:sp>
        <p:nvSpPr>
          <p:cNvPr id="4" name="Marcador de número de diapositiva 3">
            <a:extLst>
              <a:ext uri="{FF2B5EF4-FFF2-40B4-BE49-F238E27FC236}">
                <a16:creationId xmlns:a16="http://schemas.microsoft.com/office/drawing/2014/main" id="{11A10C0C-831E-0A84-DF4A-922A4AC0DF32}"/>
              </a:ext>
            </a:extLst>
          </p:cNvPr>
          <p:cNvSpPr>
            <a:spLocks noGrp="1"/>
          </p:cNvSpPr>
          <p:nvPr>
            <p:ph type="sldNum" sz="quarter" idx="12"/>
          </p:nvPr>
        </p:nvSpPr>
        <p:spPr/>
        <p:txBody>
          <a:bodyPr/>
          <a:lstStyle/>
          <a:p>
            <a:fld id="{63773603-6F7E-4D79-9638-647E708B05A6}" type="slidenum">
              <a:rPr lang="es-PE" smtClean="0"/>
              <a:t>‹Nº›</a:t>
            </a:fld>
            <a:endParaRPr lang="es-PE"/>
          </a:p>
        </p:txBody>
      </p:sp>
    </p:spTree>
    <p:extLst>
      <p:ext uri="{BB962C8B-B14F-4D97-AF65-F5344CB8AC3E}">
        <p14:creationId xmlns:p14="http://schemas.microsoft.com/office/powerpoint/2010/main" val="4210196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BE4DD1A-D669-EB20-DB5D-68B578C2BE80}"/>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PE"/>
          </a:p>
        </p:txBody>
      </p:sp>
      <p:sp>
        <p:nvSpPr>
          <p:cNvPr id="3" name="Marcador de contenido 2">
            <a:extLst>
              <a:ext uri="{FF2B5EF4-FFF2-40B4-BE49-F238E27FC236}">
                <a16:creationId xmlns:a16="http://schemas.microsoft.com/office/drawing/2014/main" id="{5F7CBB26-317E-A94D-9A78-7D0C018017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PE"/>
          </a:p>
        </p:txBody>
      </p:sp>
      <p:sp>
        <p:nvSpPr>
          <p:cNvPr id="4" name="Marcador de texto 3">
            <a:extLst>
              <a:ext uri="{FF2B5EF4-FFF2-40B4-BE49-F238E27FC236}">
                <a16:creationId xmlns:a16="http://schemas.microsoft.com/office/drawing/2014/main" id="{BD1F737C-DBB8-E7D4-6B06-E23C383D84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777D9BFC-42BC-1AB7-668E-70C668853371}"/>
              </a:ext>
            </a:extLst>
          </p:cNvPr>
          <p:cNvSpPr>
            <a:spLocks noGrp="1"/>
          </p:cNvSpPr>
          <p:nvPr>
            <p:ph type="dt" sz="half" idx="10"/>
          </p:nvPr>
        </p:nvSpPr>
        <p:spPr/>
        <p:txBody>
          <a:bodyPr/>
          <a:lstStyle/>
          <a:p>
            <a:fld id="{727251B1-9EB1-49A3-96C7-C0E1E3ABA629}" type="datetimeFigureOut">
              <a:rPr lang="es-PE" smtClean="0"/>
              <a:t>18/11/2025</a:t>
            </a:fld>
            <a:endParaRPr lang="es-PE"/>
          </a:p>
        </p:txBody>
      </p:sp>
      <p:sp>
        <p:nvSpPr>
          <p:cNvPr id="6" name="Marcador de pie de página 5">
            <a:extLst>
              <a:ext uri="{FF2B5EF4-FFF2-40B4-BE49-F238E27FC236}">
                <a16:creationId xmlns:a16="http://schemas.microsoft.com/office/drawing/2014/main" id="{D0794D80-FF78-0269-FF9A-B9A681CDC29F}"/>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2CE1B846-E6C7-F6B9-2F4C-6C4694FCC06E}"/>
              </a:ext>
            </a:extLst>
          </p:cNvPr>
          <p:cNvSpPr>
            <a:spLocks noGrp="1"/>
          </p:cNvSpPr>
          <p:nvPr>
            <p:ph type="sldNum" sz="quarter" idx="12"/>
          </p:nvPr>
        </p:nvSpPr>
        <p:spPr/>
        <p:txBody>
          <a:bodyPr/>
          <a:lstStyle/>
          <a:p>
            <a:fld id="{63773603-6F7E-4D79-9638-647E708B05A6}" type="slidenum">
              <a:rPr lang="es-PE" smtClean="0"/>
              <a:t>‹Nº›</a:t>
            </a:fld>
            <a:endParaRPr lang="es-PE"/>
          </a:p>
        </p:txBody>
      </p:sp>
    </p:spTree>
    <p:extLst>
      <p:ext uri="{BB962C8B-B14F-4D97-AF65-F5344CB8AC3E}">
        <p14:creationId xmlns:p14="http://schemas.microsoft.com/office/powerpoint/2010/main" val="3760011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EDAE4F-1D26-B5E6-B57F-91CE82BD7174}"/>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PE"/>
          </a:p>
        </p:txBody>
      </p:sp>
      <p:sp>
        <p:nvSpPr>
          <p:cNvPr id="3" name="Marcador de posición de imagen 2">
            <a:extLst>
              <a:ext uri="{FF2B5EF4-FFF2-40B4-BE49-F238E27FC236}">
                <a16:creationId xmlns:a16="http://schemas.microsoft.com/office/drawing/2014/main" id="{16E8DF1F-CD80-56E4-8444-9399475EE0B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a:extLst>
              <a:ext uri="{FF2B5EF4-FFF2-40B4-BE49-F238E27FC236}">
                <a16:creationId xmlns:a16="http://schemas.microsoft.com/office/drawing/2014/main" id="{61FA0443-9350-1A63-5C76-E3C88EE87D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FCE48FD1-C16B-C459-C132-53A738750690}"/>
              </a:ext>
            </a:extLst>
          </p:cNvPr>
          <p:cNvSpPr>
            <a:spLocks noGrp="1"/>
          </p:cNvSpPr>
          <p:nvPr>
            <p:ph type="dt" sz="half" idx="10"/>
          </p:nvPr>
        </p:nvSpPr>
        <p:spPr/>
        <p:txBody>
          <a:bodyPr/>
          <a:lstStyle/>
          <a:p>
            <a:fld id="{727251B1-9EB1-49A3-96C7-C0E1E3ABA629}" type="datetimeFigureOut">
              <a:rPr lang="es-PE" smtClean="0"/>
              <a:t>18/11/2025</a:t>
            </a:fld>
            <a:endParaRPr lang="es-PE"/>
          </a:p>
        </p:txBody>
      </p:sp>
      <p:sp>
        <p:nvSpPr>
          <p:cNvPr id="6" name="Marcador de pie de página 5">
            <a:extLst>
              <a:ext uri="{FF2B5EF4-FFF2-40B4-BE49-F238E27FC236}">
                <a16:creationId xmlns:a16="http://schemas.microsoft.com/office/drawing/2014/main" id="{4AD994CF-F042-9C64-E8D6-C5CB2E5DCA72}"/>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1D3521C3-4C57-7067-4687-BB7A3F3D70C1}"/>
              </a:ext>
            </a:extLst>
          </p:cNvPr>
          <p:cNvSpPr>
            <a:spLocks noGrp="1"/>
          </p:cNvSpPr>
          <p:nvPr>
            <p:ph type="sldNum" sz="quarter" idx="12"/>
          </p:nvPr>
        </p:nvSpPr>
        <p:spPr/>
        <p:txBody>
          <a:bodyPr/>
          <a:lstStyle/>
          <a:p>
            <a:fld id="{63773603-6F7E-4D79-9638-647E708B05A6}" type="slidenum">
              <a:rPr lang="es-PE" smtClean="0"/>
              <a:t>‹Nº›</a:t>
            </a:fld>
            <a:endParaRPr lang="es-PE"/>
          </a:p>
        </p:txBody>
      </p:sp>
    </p:spTree>
    <p:extLst>
      <p:ext uri="{BB962C8B-B14F-4D97-AF65-F5344CB8AC3E}">
        <p14:creationId xmlns:p14="http://schemas.microsoft.com/office/powerpoint/2010/main" val="23291955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D818D3A-766E-FFB8-968E-72D77027F88C}"/>
              </a:ext>
            </a:extLst>
          </p:cNvPr>
          <p:cNvSpPr>
            <a:spLocks noGrp="1"/>
          </p:cNvSpPr>
          <p:nvPr>
            <p:ph type="title"/>
          </p:nvPr>
        </p:nvSpPr>
        <p:spPr/>
        <p:txBody>
          <a:bodyPr/>
          <a:lstStyle/>
          <a:p>
            <a:r>
              <a:rPr lang="es-MX"/>
              <a:t>Haz clic para modificar el estilo de título del patrón</a:t>
            </a:r>
            <a:endParaRPr lang="es-PE"/>
          </a:p>
        </p:txBody>
      </p:sp>
      <p:sp>
        <p:nvSpPr>
          <p:cNvPr id="3" name="Marcador de texto vertical 2">
            <a:extLst>
              <a:ext uri="{FF2B5EF4-FFF2-40B4-BE49-F238E27FC236}">
                <a16:creationId xmlns:a16="http://schemas.microsoft.com/office/drawing/2014/main" id="{878FF429-102E-C5B3-6846-CF252F49C163}"/>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PE"/>
          </a:p>
        </p:txBody>
      </p:sp>
      <p:sp>
        <p:nvSpPr>
          <p:cNvPr id="4" name="Marcador de fecha 3">
            <a:extLst>
              <a:ext uri="{FF2B5EF4-FFF2-40B4-BE49-F238E27FC236}">
                <a16:creationId xmlns:a16="http://schemas.microsoft.com/office/drawing/2014/main" id="{8D5A81E2-B98D-25A2-86C3-A76DE9AF8A0A}"/>
              </a:ext>
            </a:extLst>
          </p:cNvPr>
          <p:cNvSpPr>
            <a:spLocks noGrp="1"/>
          </p:cNvSpPr>
          <p:nvPr>
            <p:ph type="dt" sz="half" idx="10"/>
          </p:nvPr>
        </p:nvSpPr>
        <p:spPr/>
        <p:txBody>
          <a:bodyPr/>
          <a:lstStyle/>
          <a:p>
            <a:fld id="{727251B1-9EB1-49A3-96C7-C0E1E3ABA629}" type="datetimeFigureOut">
              <a:rPr lang="es-PE" smtClean="0"/>
              <a:t>18/11/2025</a:t>
            </a:fld>
            <a:endParaRPr lang="es-PE"/>
          </a:p>
        </p:txBody>
      </p:sp>
      <p:sp>
        <p:nvSpPr>
          <p:cNvPr id="5" name="Marcador de pie de página 4">
            <a:extLst>
              <a:ext uri="{FF2B5EF4-FFF2-40B4-BE49-F238E27FC236}">
                <a16:creationId xmlns:a16="http://schemas.microsoft.com/office/drawing/2014/main" id="{92A49403-8D87-0D41-AAF1-BAC09D239DCB}"/>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6F097BA2-B746-0FA1-9E66-5D80B0599321}"/>
              </a:ext>
            </a:extLst>
          </p:cNvPr>
          <p:cNvSpPr>
            <a:spLocks noGrp="1"/>
          </p:cNvSpPr>
          <p:nvPr>
            <p:ph type="sldNum" sz="quarter" idx="12"/>
          </p:nvPr>
        </p:nvSpPr>
        <p:spPr/>
        <p:txBody>
          <a:bodyPr/>
          <a:lstStyle/>
          <a:p>
            <a:fld id="{63773603-6F7E-4D79-9638-647E708B05A6}" type="slidenum">
              <a:rPr lang="es-PE" smtClean="0"/>
              <a:t>‹Nº›</a:t>
            </a:fld>
            <a:endParaRPr lang="es-PE"/>
          </a:p>
        </p:txBody>
      </p:sp>
    </p:spTree>
    <p:extLst>
      <p:ext uri="{BB962C8B-B14F-4D97-AF65-F5344CB8AC3E}">
        <p14:creationId xmlns:p14="http://schemas.microsoft.com/office/powerpoint/2010/main" val="18537119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C223061B-FBF7-BF18-3827-E47A888F57EF}"/>
              </a:ext>
            </a:extLst>
          </p:cNvPr>
          <p:cNvSpPr>
            <a:spLocks noGrp="1"/>
          </p:cNvSpPr>
          <p:nvPr>
            <p:ph type="title" orient="vert"/>
          </p:nvPr>
        </p:nvSpPr>
        <p:spPr>
          <a:xfrm>
            <a:off x="8724900" y="365125"/>
            <a:ext cx="2628900" cy="5811838"/>
          </a:xfrm>
        </p:spPr>
        <p:txBody>
          <a:bodyPr vert="eaVert"/>
          <a:lstStyle/>
          <a:p>
            <a:r>
              <a:rPr lang="es-MX"/>
              <a:t>Haz clic para modificar el estilo de título del patrón</a:t>
            </a:r>
            <a:endParaRPr lang="es-PE"/>
          </a:p>
        </p:txBody>
      </p:sp>
      <p:sp>
        <p:nvSpPr>
          <p:cNvPr id="3" name="Marcador de texto vertical 2">
            <a:extLst>
              <a:ext uri="{FF2B5EF4-FFF2-40B4-BE49-F238E27FC236}">
                <a16:creationId xmlns:a16="http://schemas.microsoft.com/office/drawing/2014/main" id="{D2E9084E-22EC-FE97-437D-0A366A9D56DF}"/>
              </a:ext>
            </a:extLst>
          </p:cNvPr>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PE"/>
          </a:p>
        </p:txBody>
      </p:sp>
      <p:sp>
        <p:nvSpPr>
          <p:cNvPr id="4" name="Marcador de fecha 3">
            <a:extLst>
              <a:ext uri="{FF2B5EF4-FFF2-40B4-BE49-F238E27FC236}">
                <a16:creationId xmlns:a16="http://schemas.microsoft.com/office/drawing/2014/main" id="{D89D6297-1EB1-F796-2991-01A84718D0A4}"/>
              </a:ext>
            </a:extLst>
          </p:cNvPr>
          <p:cNvSpPr>
            <a:spLocks noGrp="1"/>
          </p:cNvSpPr>
          <p:nvPr>
            <p:ph type="dt" sz="half" idx="10"/>
          </p:nvPr>
        </p:nvSpPr>
        <p:spPr/>
        <p:txBody>
          <a:bodyPr/>
          <a:lstStyle/>
          <a:p>
            <a:fld id="{727251B1-9EB1-49A3-96C7-C0E1E3ABA629}" type="datetimeFigureOut">
              <a:rPr lang="es-PE" smtClean="0"/>
              <a:t>18/11/2025</a:t>
            </a:fld>
            <a:endParaRPr lang="es-PE"/>
          </a:p>
        </p:txBody>
      </p:sp>
      <p:sp>
        <p:nvSpPr>
          <p:cNvPr id="5" name="Marcador de pie de página 4">
            <a:extLst>
              <a:ext uri="{FF2B5EF4-FFF2-40B4-BE49-F238E27FC236}">
                <a16:creationId xmlns:a16="http://schemas.microsoft.com/office/drawing/2014/main" id="{0C928F64-715B-20BB-F371-E65C44E828CA}"/>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48983AF3-FB37-3788-29BE-CD9392BC3ACC}"/>
              </a:ext>
            </a:extLst>
          </p:cNvPr>
          <p:cNvSpPr>
            <a:spLocks noGrp="1"/>
          </p:cNvSpPr>
          <p:nvPr>
            <p:ph type="sldNum" sz="quarter" idx="12"/>
          </p:nvPr>
        </p:nvSpPr>
        <p:spPr/>
        <p:txBody>
          <a:bodyPr/>
          <a:lstStyle/>
          <a:p>
            <a:fld id="{63773603-6F7E-4D79-9638-647E708B05A6}" type="slidenum">
              <a:rPr lang="es-PE" smtClean="0"/>
              <a:t>‹Nº›</a:t>
            </a:fld>
            <a:endParaRPr lang="es-PE"/>
          </a:p>
        </p:txBody>
      </p:sp>
    </p:spTree>
    <p:extLst>
      <p:ext uri="{BB962C8B-B14F-4D97-AF65-F5344CB8AC3E}">
        <p14:creationId xmlns:p14="http://schemas.microsoft.com/office/powerpoint/2010/main" val="31452911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5F7A33F4-B400-B97C-F39E-A7843B3A88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PE"/>
          </a:p>
        </p:txBody>
      </p:sp>
      <p:sp>
        <p:nvSpPr>
          <p:cNvPr id="3" name="Marcador de texto 2">
            <a:extLst>
              <a:ext uri="{FF2B5EF4-FFF2-40B4-BE49-F238E27FC236}">
                <a16:creationId xmlns:a16="http://schemas.microsoft.com/office/drawing/2014/main" id="{0DEC0160-3E14-94D0-7100-4482EE8954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PE"/>
          </a:p>
        </p:txBody>
      </p:sp>
      <p:sp>
        <p:nvSpPr>
          <p:cNvPr id="4" name="Marcador de fecha 3">
            <a:extLst>
              <a:ext uri="{FF2B5EF4-FFF2-40B4-BE49-F238E27FC236}">
                <a16:creationId xmlns:a16="http://schemas.microsoft.com/office/drawing/2014/main" id="{3770D2A7-5C8C-49B5-47E0-03FCE7E749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27251B1-9EB1-49A3-96C7-C0E1E3ABA629}" type="datetimeFigureOut">
              <a:rPr lang="es-PE" smtClean="0"/>
              <a:t>18/11/2025</a:t>
            </a:fld>
            <a:endParaRPr lang="es-PE"/>
          </a:p>
        </p:txBody>
      </p:sp>
      <p:sp>
        <p:nvSpPr>
          <p:cNvPr id="5" name="Marcador de pie de página 4">
            <a:extLst>
              <a:ext uri="{FF2B5EF4-FFF2-40B4-BE49-F238E27FC236}">
                <a16:creationId xmlns:a16="http://schemas.microsoft.com/office/drawing/2014/main" id="{64859C12-A6FD-B5E4-23D0-A1004CB344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PE"/>
          </a:p>
        </p:txBody>
      </p:sp>
      <p:sp>
        <p:nvSpPr>
          <p:cNvPr id="6" name="Marcador de número de diapositiva 5">
            <a:extLst>
              <a:ext uri="{FF2B5EF4-FFF2-40B4-BE49-F238E27FC236}">
                <a16:creationId xmlns:a16="http://schemas.microsoft.com/office/drawing/2014/main" id="{93E1AF95-9F61-1420-7FC7-E0BCBC25631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3773603-6F7E-4D79-9638-647E708B05A6}" type="slidenum">
              <a:rPr lang="es-PE" smtClean="0"/>
              <a:t>‹Nº›</a:t>
            </a:fld>
            <a:endParaRPr lang="es-PE"/>
          </a:p>
        </p:txBody>
      </p:sp>
    </p:spTree>
    <p:extLst>
      <p:ext uri="{BB962C8B-B14F-4D97-AF65-F5344CB8AC3E}">
        <p14:creationId xmlns:p14="http://schemas.microsoft.com/office/powerpoint/2010/main" val="37761139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ustomXml" Target="../ink/ink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ustomXml" Target="../ink/ink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8" Type="http://schemas.openxmlformats.org/officeDocument/2006/relationships/image" Target="../media/image1.png"/><Relationship Id="rId2" Type="http://schemas.openxmlformats.org/officeDocument/2006/relationships/customXml" Target="../ink/ink7.xml"/><Relationship Id="rId1" Type="http://schemas.openxmlformats.org/officeDocument/2006/relationships/slideLayout" Target="../slideLayouts/slideLayout8.xml"/><Relationship Id="rId11" Type="http://schemas.openxmlformats.org/officeDocument/2006/relationships/image" Target="../media/image12.png"/><Relationship Id="rId10" Type="http://schemas.openxmlformats.org/officeDocument/2006/relationships/image" Target="../media/image11.png"/><Relationship Id="rId9"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customXml" Target="../ink/ink8.xml"/><Relationship Id="rId1" Type="http://schemas.openxmlformats.org/officeDocument/2006/relationships/slideLayout" Target="../slideLayouts/slideLayout8.xml"/><Relationship Id="rId6" Type="http://schemas.openxmlformats.org/officeDocument/2006/relationships/image" Target="../media/image14.png"/><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3" Type="http://schemas.openxmlformats.org/officeDocument/2006/relationships/customXml" Target="../ink/ink13.xml"/><Relationship Id="rId18" Type="http://schemas.openxmlformats.org/officeDocument/2006/relationships/image" Target="../media/image34.png"/><Relationship Id="rId26" Type="http://schemas.openxmlformats.org/officeDocument/2006/relationships/image" Target="../media/image38.png"/><Relationship Id="rId39" Type="http://schemas.openxmlformats.org/officeDocument/2006/relationships/customXml" Target="../ink/ink26.xml"/><Relationship Id="rId21" Type="http://schemas.openxmlformats.org/officeDocument/2006/relationships/customXml" Target="../ink/ink17.xml"/><Relationship Id="rId34" Type="http://schemas.openxmlformats.org/officeDocument/2006/relationships/image" Target="../media/image42.png"/><Relationship Id="rId42" Type="http://schemas.openxmlformats.org/officeDocument/2006/relationships/image" Target="../media/image46.png"/><Relationship Id="rId7" Type="http://schemas.openxmlformats.org/officeDocument/2006/relationships/customXml" Target="../ink/ink10.xml"/><Relationship Id="rId2" Type="http://schemas.openxmlformats.org/officeDocument/2006/relationships/image" Target="../media/image15.png"/><Relationship Id="rId16" Type="http://schemas.openxmlformats.org/officeDocument/2006/relationships/image" Target="../media/image33.png"/><Relationship Id="rId29" Type="http://schemas.openxmlformats.org/officeDocument/2006/relationships/customXml" Target="../ink/ink21.xml"/><Relationship Id="rId1" Type="http://schemas.openxmlformats.org/officeDocument/2006/relationships/slideLayout" Target="../slideLayouts/slideLayout8.xml"/><Relationship Id="rId6" Type="http://schemas.openxmlformats.org/officeDocument/2006/relationships/image" Target="../media/image28.png"/><Relationship Id="rId11" Type="http://schemas.openxmlformats.org/officeDocument/2006/relationships/customXml" Target="../ink/ink12.xml"/><Relationship Id="rId24" Type="http://schemas.openxmlformats.org/officeDocument/2006/relationships/image" Target="../media/image37.png"/><Relationship Id="rId32" Type="http://schemas.openxmlformats.org/officeDocument/2006/relationships/image" Target="../media/image41.png"/><Relationship Id="rId37" Type="http://schemas.openxmlformats.org/officeDocument/2006/relationships/customXml" Target="../ink/ink25.xml"/><Relationship Id="rId40" Type="http://schemas.openxmlformats.org/officeDocument/2006/relationships/image" Target="../media/image45.png"/><Relationship Id="rId45" Type="http://schemas.openxmlformats.org/officeDocument/2006/relationships/customXml" Target="../ink/ink29.xml"/><Relationship Id="rId5" Type="http://schemas.openxmlformats.org/officeDocument/2006/relationships/customXml" Target="../ink/ink9.xml"/><Relationship Id="rId15" Type="http://schemas.openxmlformats.org/officeDocument/2006/relationships/customXml" Target="../ink/ink14.xml"/><Relationship Id="rId23" Type="http://schemas.openxmlformats.org/officeDocument/2006/relationships/customXml" Target="../ink/ink18.xml"/><Relationship Id="rId28" Type="http://schemas.openxmlformats.org/officeDocument/2006/relationships/image" Target="../media/image39.png"/><Relationship Id="rId36" Type="http://schemas.openxmlformats.org/officeDocument/2006/relationships/image" Target="../media/image43.png"/><Relationship Id="rId10" Type="http://schemas.openxmlformats.org/officeDocument/2006/relationships/image" Target="../media/image30.png"/><Relationship Id="rId19" Type="http://schemas.openxmlformats.org/officeDocument/2006/relationships/customXml" Target="../ink/ink16.xml"/><Relationship Id="rId31" Type="http://schemas.openxmlformats.org/officeDocument/2006/relationships/customXml" Target="../ink/ink22.xml"/><Relationship Id="rId44" Type="http://schemas.openxmlformats.org/officeDocument/2006/relationships/image" Target="../media/image47.png"/><Relationship Id="rId4" Type="http://schemas.openxmlformats.org/officeDocument/2006/relationships/image" Target="../media/image17.png"/><Relationship Id="rId9" Type="http://schemas.openxmlformats.org/officeDocument/2006/relationships/customXml" Target="../ink/ink11.xml"/><Relationship Id="rId14" Type="http://schemas.openxmlformats.org/officeDocument/2006/relationships/image" Target="../media/image32.png"/><Relationship Id="rId22" Type="http://schemas.openxmlformats.org/officeDocument/2006/relationships/image" Target="../media/image36.png"/><Relationship Id="rId27" Type="http://schemas.openxmlformats.org/officeDocument/2006/relationships/customXml" Target="../ink/ink20.xml"/><Relationship Id="rId30" Type="http://schemas.openxmlformats.org/officeDocument/2006/relationships/image" Target="../media/image40.png"/><Relationship Id="rId35" Type="http://schemas.openxmlformats.org/officeDocument/2006/relationships/customXml" Target="../ink/ink24.xml"/><Relationship Id="rId43" Type="http://schemas.openxmlformats.org/officeDocument/2006/relationships/customXml" Target="../ink/ink28.xml"/><Relationship Id="rId8" Type="http://schemas.openxmlformats.org/officeDocument/2006/relationships/image" Target="../media/image29.png"/><Relationship Id="rId3" Type="http://schemas.openxmlformats.org/officeDocument/2006/relationships/image" Target="../media/image16.png"/><Relationship Id="rId12" Type="http://schemas.openxmlformats.org/officeDocument/2006/relationships/image" Target="../media/image31.png"/><Relationship Id="rId17" Type="http://schemas.openxmlformats.org/officeDocument/2006/relationships/customXml" Target="../ink/ink15.xml"/><Relationship Id="rId25" Type="http://schemas.openxmlformats.org/officeDocument/2006/relationships/customXml" Target="../ink/ink19.xml"/><Relationship Id="rId33" Type="http://schemas.openxmlformats.org/officeDocument/2006/relationships/customXml" Target="../ink/ink23.xml"/><Relationship Id="rId38" Type="http://schemas.openxmlformats.org/officeDocument/2006/relationships/image" Target="../media/image44.png"/><Relationship Id="rId46" Type="http://schemas.openxmlformats.org/officeDocument/2006/relationships/image" Target="../media/image48.png"/><Relationship Id="rId20" Type="http://schemas.openxmlformats.org/officeDocument/2006/relationships/image" Target="../media/image35.png"/><Relationship Id="rId41" Type="http://schemas.openxmlformats.org/officeDocument/2006/relationships/customXml" Target="../ink/ink27.xml"/></Relationships>
</file>

<file path=ppt/slides/_rels/slide13.xml.rels><?xml version="1.0" encoding="UTF-8" standalone="yes"?>
<Relationships xmlns="http://schemas.openxmlformats.org/package/2006/relationships"><Relationship Id="rId13" Type="http://schemas.openxmlformats.org/officeDocument/2006/relationships/customXml" Target="../ink/ink35.xml"/><Relationship Id="rId18" Type="http://schemas.openxmlformats.org/officeDocument/2006/relationships/image" Target="../media/image26.png"/><Relationship Id="rId26" Type="http://schemas.openxmlformats.org/officeDocument/2006/relationships/image" Target="../media/image51.png"/><Relationship Id="rId3" Type="http://schemas.openxmlformats.org/officeDocument/2006/relationships/customXml" Target="../ink/ink30.xml"/><Relationship Id="rId21" Type="http://schemas.openxmlformats.org/officeDocument/2006/relationships/customXml" Target="../ink/ink39.xml"/><Relationship Id="rId34" Type="http://schemas.openxmlformats.org/officeDocument/2006/relationships/image" Target="../media/image55.png"/><Relationship Id="rId7" Type="http://schemas.openxmlformats.org/officeDocument/2006/relationships/customXml" Target="../ink/ink32.xml"/><Relationship Id="rId12" Type="http://schemas.openxmlformats.org/officeDocument/2006/relationships/image" Target="../media/image23.png"/><Relationship Id="rId17" Type="http://schemas.openxmlformats.org/officeDocument/2006/relationships/customXml" Target="../ink/ink37.xml"/><Relationship Id="rId25" Type="http://schemas.openxmlformats.org/officeDocument/2006/relationships/customXml" Target="../ink/ink41.xml"/><Relationship Id="rId33" Type="http://schemas.openxmlformats.org/officeDocument/2006/relationships/customXml" Target="../ink/ink45.xml"/><Relationship Id="rId2" Type="http://schemas.openxmlformats.org/officeDocument/2006/relationships/image" Target="../media/image18.png"/><Relationship Id="rId16" Type="http://schemas.openxmlformats.org/officeDocument/2006/relationships/image" Target="../media/image25.png"/><Relationship Id="rId20" Type="http://schemas.openxmlformats.org/officeDocument/2006/relationships/image" Target="../media/image27.png"/><Relationship Id="rId29" Type="http://schemas.openxmlformats.org/officeDocument/2006/relationships/customXml" Target="../ink/ink43.xml"/><Relationship Id="rId1" Type="http://schemas.openxmlformats.org/officeDocument/2006/relationships/slideLayout" Target="../slideLayouts/slideLayout8.xml"/><Relationship Id="rId6" Type="http://schemas.openxmlformats.org/officeDocument/2006/relationships/image" Target="../media/image20.png"/><Relationship Id="rId11" Type="http://schemas.openxmlformats.org/officeDocument/2006/relationships/customXml" Target="../ink/ink34.xml"/><Relationship Id="rId24" Type="http://schemas.openxmlformats.org/officeDocument/2006/relationships/image" Target="../media/image50.png"/><Relationship Id="rId32" Type="http://schemas.openxmlformats.org/officeDocument/2006/relationships/image" Target="../media/image54.png"/><Relationship Id="rId5" Type="http://schemas.openxmlformats.org/officeDocument/2006/relationships/customXml" Target="../ink/ink31.xml"/><Relationship Id="rId15" Type="http://schemas.openxmlformats.org/officeDocument/2006/relationships/customXml" Target="../ink/ink36.xml"/><Relationship Id="rId23" Type="http://schemas.openxmlformats.org/officeDocument/2006/relationships/customXml" Target="../ink/ink40.xml"/><Relationship Id="rId28" Type="http://schemas.openxmlformats.org/officeDocument/2006/relationships/image" Target="../media/image52.png"/><Relationship Id="rId36" Type="http://schemas.openxmlformats.org/officeDocument/2006/relationships/image" Target="../media/image56.png"/><Relationship Id="rId10" Type="http://schemas.openxmlformats.org/officeDocument/2006/relationships/image" Target="../media/image22.png"/><Relationship Id="rId19" Type="http://schemas.openxmlformats.org/officeDocument/2006/relationships/customXml" Target="../ink/ink38.xml"/><Relationship Id="rId31" Type="http://schemas.openxmlformats.org/officeDocument/2006/relationships/customXml" Target="../ink/ink44.xml"/><Relationship Id="rId4" Type="http://schemas.openxmlformats.org/officeDocument/2006/relationships/image" Target="../media/image170.png"/><Relationship Id="rId9" Type="http://schemas.openxmlformats.org/officeDocument/2006/relationships/customXml" Target="../ink/ink33.xml"/><Relationship Id="rId14" Type="http://schemas.openxmlformats.org/officeDocument/2006/relationships/image" Target="../media/image24.png"/><Relationship Id="rId22" Type="http://schemas.openxmlformats.org/officeDocument/2006/relationships/image" Target="../media/image49.png"/><Relationship Id="rId27" Type="http://schemas.openxmlformats.org/officeDocument/2006/relationships/customXml" Target="../ink/ink42.xml"/><Relationship Id="rId30" Type="http://schemas.openxmlformats.org/officeDocument/2006/relationships/image" Target="../media/image53.png"/><Relationship Id="rId35" Type="http://schemas.openxmlformats.org/officeDocument/2006/relationships/customXml" Target="../ink/ink46.xml"/><Relationship Id="rId8"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customXml" Target="../ink/ink47.xml"/><Relationship Id="rId2" Type="http://schemas.openxmlformats.org/officeDocument/2006/relationships/image" Target="../media/image19.png"/><Relationship Id="rId1" Type="http://schemas.openxmlformats.org/officeDocument/2006/relationships/slideLayout" Target="../slideLayouts/slideLayout8.xml"/><Relationship Id="rId4" Type="http://schemas.openxmlformats.org/officeDocument/2006/relationships/image" Target="../media/image58.png"/></Relationships>
</file>

<file path=ppt/slides/_rels/slide15.xml.rels><?xml version="1.0" encoding="UTF-8" standalone="yes"?>
<Relationships xmlns="http://schemas.openxmlformats.org/package/2006/relationships"><Relationship Id="rId3" Type="http://schemas.openxmlformats.org/officeDocument/2006/relationships/customXml" Target="../ink/ink48.xml"/><Relationship Id="rId2" Type="http://schemas.openxmlformats.org/officeDocument/2006/relationships/image" Target="../media/image57.png"/><Relationship Id="rId1" Type="http://schemas.openxmlformats.org/officeDocument/2006/relationships/slideLayout" Target="../slideLayouts/slideLayout8.xml"/><Relationship Id="rId4" Type="http://schemas.openxmlformats.org/officeDocument/2006/relationships/image" Target="../media/image59.png"/></Relationships>
</file>

<file path=ppt/slides/_rels/slide16.xml.rels><?xml version="1.0" encoding="UTF-8" standalone="yes"?>
<Relationships xmlns="http://schemas.openxmlformats.org/package/2006/relationships"><Relationship Id="rId3" Type="http://schemas.openxmlformats.org/officeDocument/2006/relationships/customXml" Target="../ink/ink49.xml"/><Relationship Id="rId2" Type="http://schemas.openxmlformats.org/officeDocument/2006/relationships/image" Target="../media/image60.png"/><Relationship Id="rId1" Type="http://schemas.openxmlformats.org/officeDocument/2006/relationships/slideLayout" Target="../slideLayouts/slideLayout8.xml"/><Relationship Id="rId4" Type="http://schemas.openxmlformats.org/officeDocument/2006/relationships/image" Target="../media/image61.png"/></Relationships>
</file>

<file path=ppt/slides/_rels/slide17.xml.rels><?xml version="1.0" encoding="UTF-8" standalone="yes"?>
<Relationships xmlns="http://schemas.openxmlformats.org/package/2006/relationships"><Relationship Id="rId3" Type="http://schemas.openxmlformats.org/officeDocument/2006/relationships/customXml" Target="../ink/ink50.xml"/><Relationship Id="rId2" Type="http://schemas.openxmlformats.org/officeDocument/2006/relationships/image" Target="../media/image62.png"/><Relationship Id="rId1" Type="http://schemas.openxmlformats.org/officeDocument/2006/relationships/slideLayout" Target="../slideLayouts/slideLayout8.xml"/><Relationship Id="rId4" Type="http://schemas.openxmlformats.org/officeDocument/2006/relationships/image" Target="../media/image63.png"/></Relationships>
</file>

<file path=ppt/slides/_rels/slide1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8.xml"/><Relationship Id="rId5" Type="http://schemas.openxmlformats.org/officeDocument/2006/relationships/image" Target="../media/image66.png"/><Relationship Id="rId4" Type="http://schemas.openxmlformats.org/officeDocument/2006/relationships/customXml" Target="../ink/ink51.xml"/></Relationships>
</file>

<file path=ppt/slides/_rels/slide19.xml.rels><?xml version="1.0" encoding="UTF-8" standalone="yes"?>
<Relationships xmlns="http://schemas.openxmlformats.org/package/2006/relationships"><Relationship Id="rId3" Type="http://schemas.openxmlformats.org/officeDocument/2006/relationships/customXml" Target="../ink/ink52.xml"/><Relationship Id="rId2" Type="http://schemas.openxmlformats.org/officeDocument/2006/relationships/image" Target="../media/image67.png"/><Relationship Id="rId1" Type="http://schemas.openxmlformats.org/officeDocument/2006/relationships/slideLayout" Target="../slideLayouts/slideLayout6.xml"/><Relationship Id="rId4" Type="http://schemas.openxmlformats.org/officeDocument/2006/relationships/image" Target="../media/image68.png"/></Relationships>
</file>

<file path=ppt/slides/_rels/slide20.xml.rels><?xml version="1.0" encoding="UTF-8" standalone="yes"?>
<Relationships xmlns="http://schemas.openxmlformats.org/package/2006/relationships"><Relationship Id="rId3" Type="http://schemas.openxmlformats.org/officeDocument/2006/relationships/customXml" Target="../ink/ink53.xml"/><Relationship Id="rId2" Type="http://schemas.openxmlformats.org/officeDocument/2006/relationships/image" Target="../media/image69.png"/><Relationship Id="rId1" Type="http://schemas.openxmlformats.org/officeDocument/2006/relationships/slideLayout" Target="../slideLayouts/slideLayout6.xml"/><Relationship Id="rId4" Type="http://schemas.openxmlformats.org/officeDocument/2006/relationships/image" Target="../media/image70.png"/></Relationships>
</file>

<file path=ppt/slides/_rels/slide21.xml.rels><?xml version="1.0" encoding="UTF-8" standalone="yes"?>
<Relationships xmlns="http://schemas.openxmlformats.org/package/2006/relationships"><Relationship Id="rId3" Type="http://schemas.openxmlformats.org/officeDocument/2006/relationships/customXml" Target="../ink/ink54.xml"/><Relationship Id="rId2" Type="http://schemas.openxmlformats.org/officeDocument/2006/relationships/image" Target="../media/image71.png"/><Relationship Id="rId1" Type="http://schemas.openxmlformats.org/officeDocument/2006/relationships/slideLayout" Target="../slideLayouts/slideLayout6.xml"/><Relationship Id="rId4" Type="http://schemas.openxmlformats.org/officeDocument/2006/relationships/image" Target="../media/image7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123C01B-DC35-2A03-E475-91FB13E6C488}"/>
              </a:ext>
            </a:extLst>
          </p:cNvPr>
          <p:cNvSpPr>
            <a:spLocks noGrp="1"/>
          </p:cNvSpPr>
          <p:nvPr>
            <p:ph type="ctrTitle"/>
          </p:nvPr>
        </p:nvSpPr>
        <p:spPr/>
        <p:txBody>
          <a:bodyPr/>
          <a:lstStyle/>
          <a:p>
            <a:r>
              <a:rPr lang="es-419" dirty="0"/>
              <a:t>Archivos</a:t>
            </a:r>
            <a:endParaRPr lang="es-PE" dirty="0"/>
          </a:p>
        </p:txBody>
      </p:sp>
      <p:sp>
        <p:nvSpPr>
          <p:cNvPr id="3" name="Subtítulo 2">
            <a:extLst>
              <a:ext uri="{FF2B5EF4-FFF2-40B4-BE49-F238E27FC236}">
                <a16:creationId xmlns:a16="http://schemas.microsoft.com/office/drawing/2014/main" id="{A7D27E21-1C51-C320-8379-83B1DCFFC1EB}"/>
              </a:ext>
            </a:extLst>
          </p:cNvPr>
          <p:cNvSpPr>
            <a:spLocks noGrp="1"/>
          </p:cNvSpPr>
          <p:nvPr>
            <p:ph type="subTitle" idx="1"/>
          </p:nvPr>
        </p:nvSpPr>
        <p:spPr/>
        <p:txBody>
          <a:bodyPr/>
          <a:lstStyle/>
          <a:p>
            <a:endParaRPr lang="es-PE"/>
          </a:p>
        </p:txBody>
      </p:sp>
      <mc:AlternateContent xmlns:mc="http://schemas.openxmlformats.org/markup-compatibility/2006" xmlns:p14="http://schemas.microsoft.com/office/powerpoint/2010/main">
        <mc:Choice Requires="p14">
          <p:contentPart p14:bwMode="auto" r:id="rId2">
            <p14:nvContentPartPr>
              <p14:cNvPr id="4" name="Entrada de lápiz 3">
                <a:extLst>
                  <a:ext uri="{FF2B5EF4-FFF2-40B4-BE49-F238E27FC236}">
                    <a16:creationId xmlns:a16="http://schemas.microsoft.com/office/drawing/2014/main" id="{117FB218-607F-0BA8-A1E1-D3CA0B714920}"/>
                  </a:ext>
                </a:extLst>
              </p14:cNvPr>
              <p14:cNvContentPartPr/>
              <p14:nvPr/>
            </p14:nvContentPartPr>
            <p14:xfrm>
              <a:off x="5584543" y="2993640"/>
              <a:ext cx="360" cy="360"/>
            </p14:xfrm>
          </p:contentPart>
        </mc:Choice>
        <mc:Fallback xmlns="">
          <p:pic>
            <p:nvPicPr>
              <p:cNvPr id="4" name="Entrada de lápiz 3">
                <a:extLst>
                  <a:ext uri="{FF2B5EF4-FFF2-40B4-BE49-F238E27FC236}">
                    <a16:creationId xmlns:a16="http://schemas.microsoft.com/office/drawing/2014/main" id="{117FB218-607F-0BA8-A1E1-D3CA0B714920}"/>
                  </a:ext>
                </a:extLst>
              </p:cNvPr>
              <p:cNvPicPr/>
              <p:nvPr/>
            </p:nvPicPr>
            <p:blipFill>
              <a:blip r:embed="rId3"/>
              <a:stretch>
                <a:fillRect/>
              </a:stretch>
            </p:blipFill>
            <p:spPr>
              <a:xfrm>
                <a:off x="5575543" y="2985000"/>
                <a:ext cx="18000" cy="18000"/>
              </a:xfrm>
              <a:prstGeom prst="rect">
                <a:avLst/>
              </a:prstGeom>
            </p:spPr>
          </p:pic>
        </mc:Fallback>
      </mc:AlternateContent>
    </p:spTree>
    <p:extLst>
      <p:ext uri="{BB962C8B-B14F-4D97-AF65-F5344CB8AC3E}">
        <p14:creationId xmlns:p14="http://schemas.microsoft.com/office/powerpoint/2010/main" val="8633634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B2345BB-D66B-FA82-1175-2D6A4ABD19D8}"/>
              </a:ext>
            </a:extLst>
          </p:cNvPr>
          <p:cNvSpPr>
            <a:spLocks noGrp="1"/>
          </p:cNvSpPr>
          <p:nvPr>
            <p:ph type="title"/>
          </p:nvPr>
        </p:nvSpPr>
        <p:spPr>
          <a:xfrm>
            <a:off x="612648" y="600074"/>
            <a:ext cx="6035040" cy="1529932"/>
          </a:xfrm>
        </p:spPr>
        <p:txBody>
          <a:bodyPr anchor="b">
            <a:normAutofit/>
          </a:bodyPr>
          <a:lstStyle/>
          <a:p>
            <a:r>
              <a:rPr lang="es-PE" b="1" dirty="0"/>
              <a:t> ¿Qué es un archivo?</a:t>
            </a:r>
            <a:endParaRPr lang="es-PE" b="1"/>
          </a:p>
        </p:txBody>
      </p:sp>
      <p:sp>
        <p:nvSpPr>
          <p:cNvPr id="3" name="Marcador de contenido 2">
            <a:extLst>
              <a:ext uri="{FF2B5EF4-FFF2-40B4-BE49-F238E27FC236}">
                <a16:creationId xmlns:a16="http://schemas.microsoft.com/office/drawing/2014/main" id="{90F28A49-2511-6BC2-CFCD-48598BDD1A06}"/>
              </a:ext>
            </a:extLst>
          </p:cNvPr>
          <p:cNvSpPr>
            <a:spLocks noGrp="1"/>
          </p:cNvSpPr>
          <p:nvPr>
            <p:ph idx="1"/>
          </p:nvPr>
        </p:nvSpPr>
        <p:spPr>
          <a:xfrm>
            <a:off x="612647" y="2212848"/>
            <a:ext cx="6035041" cy="4096512"/>
          </a:xfrm>
        </p:spPr>
        <p:txBody>
          <a:bodyPr>
            <a:normAutofit/>
          </a:bodyPr>
          <a:lstStyle/>
          <a:p>
            <a:r>
              <a:rPr lang="es-PE" sz="1800"/>
              <a:t>Un archivo es un conjunto de datos almacenado en un medio permanente (disco). Permite guardar información para su posterior uso, incluso después de cerrar el programa.</a:t>
            </a:r>
          </a:p>
          <a:p>
            <a:endParaRPr lang="es-PE" sz="1800"/>
          </a:p>
        </p:txBody>
      </p:sp>
      <p:pic>
        <p:nvPicPr>
          <p:cNvPr id="5" name="Picture 4" descr="Piles of paperwork">
            <a:extLst>
              <a:ext uri="{FF2B5EF4-FFF2-40B4-BE49-F238E27FC236}">
                <a16:creationId xmlns:a16="http://schemas.microsoft.com/office/drawing/2014/main" id="{A5017C31-B2C1-3867-7CF1-A9C35A76EE74}"/>
              </a:ext>
            </a:extLst>
          </p:cNvPr>
          <p:cNvPicPr>
            <a:picLocks noChangeAspect="1"/>
          </p:cNvPicPr>
          <p:nvPr/>
        </p:nvPicPr>
        <p:blipFill>
          <a:blip r:embed="rId2"/>
          <a:srcRect l="26048" r="20952"/>
          <a:stretch>
            <a:fillRect/>
          </a:stretch>
        </p:blipFill>
        <p:spPr>
          <a:xfrm>
            <a:off x="7345680" y="10"/>
            <a:ext cx="4846320" cy="6857990"/>
          </a:xfrm>
          <a:prstGeom prst="rect">
            <a:avLst/>
          </a:prstGeom>
        </p:spPr>
      </p:pic>
      <mc:AlternateContent xmlns:mc="http://schemas.openxmlformats.org/markup-compatibility/2006" xmlns:p14="http://schemas.microsoft.com/office/powerpoint/2010/main">
        <mc:Choice Requires="p14">
          <p:contentPart p14:bwMode="auto" r:id="rId3">
            <p14:nvContentPartPr>
              <p14:cNvPr id="4" name="Entrada de lápiz 3">
                <a:extLst>
                  <a:ext uri="{FF2B5EF4-FFF2-40B4-BE49-F238E27FC236}">
                    <a16:creationId xmlns:a16="http://schemas.microsoft.com/office/drawing/2014/main" id="{E198CEF3-A5B4-DC7A-08BE-26AE1D982692}"/>
                  </a:ext>
                </a:extLst>
              </p14:cNvPr>
              <p14:cNvContentPartPr/>
              <p14:nvPr/>
            </p14:nvContentPartPr>
            <p14:xfrm>
              <a:off x="1187280" y="190440"/>
              <a:ext cx="6217200" cy="6617160"/>
            </p14:xfrm>
          </p:contentPart>
        </mc:Choice>
        <mc:Fallback xmlns="">
          <p:pic>
            <p:nvPicPr>
              <p:cNvPr id="4" name="Entrada de lápiz 3">
                <a:extLst>
                  <a:ext uri="{FF2B5EF4-FFF2-40B4-BE49-F238E27FC236}">
                    <a16:creationId xmlns:a16="http://schemas.microsoft.com/office/drawing/2014/main" id="{E198CEF3-A5B4-DC7A-08BE-26AE1D982692}"/>
                  </a:ext>
                </a:extLst>
              </p:cNvPr>
              <p:cNvPicPr/>
              <p:nvPr/>
            </p:nvPicPr>
            <p:blipFill>
              <a:blip r:embed="rId4"/>
              <a:stretch>
                <a:fillRect/>
              </a:stretch>
            </p:blipFill>
            <p:spPr>
              <a:xfrm>
                <a:off x="1177920" y="181080"/>
                <a:ext cx="6235920" cy="6635880"/>
              </a:xfrm>
              <a:prstGeom prst="rect">
                <a:avLst/>
              </a:prstGeom>
            </p:spPr>
          </p:pic>
        </mc:Fallback>
      </mc:AlternateContent>
    </p:spTree>
    <p:extLst>
      <p:ext uri="{BB962C8B-B14F-4D97-AF65-F5344CB8AC3E}">
        <p14:creationId xmlns:p14="http://schemas.microsoft.com/office/powerpoint/2010/main" val="36910382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972994-3515-1064-390E-33ECA2A6F468}"/>
              </a:ext>
            </a:extLst>
          </p:cNvPr>
          <p:cNvSpPr>
            <a:spLocks noGrp="1"/>
          </p:cNvSpPr>
          <p:nvPr>
            <p:ph type="title"/>
          </p:nvPr>
        </p:nvSpPr>
        <p:spPr/>
        <p:txBody>
          <a:bodyPr/>
          <a:lstStyle/>
          <a:p>
            <a:pPr algn="ctr"/>
            <a:r>
              <a:rPr lang="es-PE" b="1" dirty="0"/>
              <a:t>Archivos físicos vs archivos lógicos</a:t>
            </a:r>
          </a:p>
        </p:txBody>
      </p:sp>
      <p:sp>
        <p:nvSpPr>
          <p:cNvPr id="3" name="Marcador de contenido 2">
            <a:extLst>
              <a:ext uri="{FF2B5EF4-FFF2-40B4-BE49-F238E27FC236}">
                <a16:creationId xmlns:a16="http://schemas.microsoft.com/office/drawing/2014/main" id="{5F527BE9-2A6C-23F9-948D-48F7C537DFD2}"/>
              </a:ext>
            </a:extLst>
          </p:cNvPr>
          <p:cNvSpPr>
            <a:spLocks noGrp="1"/>
          </p:cNvSpPr>
          <p:nvPr>
            <p:ph idx="1"/>
          </p:nvPr>
        </p:nvSpPr>
        <p:spPr/>
        <p:txBody>
          <a:bodyPr/>
          <a:lstStyle/>
          <a:p>
            <a:r>
              <a:rPr lang="es-PE" b="1" dirty="0"/>
              <a:t>Archivo físico:</a:t>
            </a:r>
            <a:r>
              <a:rPr lang="es-PE" dirty="0"/>
              <a:t> Es el archivo real almacenado en el disco (por ejemplo, datos.txt).</a:t>
            </a:r>
          </a:p>
          <a:p>
            <a:r>
              <a:rPr lang="es-PE" b="1" dirty="0"/>
              <a:t>Archivo lógico:</a:t>
            </a:r>
            <a:r>
              <a:rPr lang="es-PE" dirty="0"/>
              <a:t> Es la representación dentro del programa (por ejemplo, un objeto </a:t>
            </a:r>
            <a:r>
              <a:rPr lang="es-PE" dirty="0" err="1"/>
              <a:t>ifstream</a:t>
            </a:r>
            <a:r>
              <a:rPr lang="es-PE" dirty="0"/>
              <a:t> o </a:t>
            </a:r>
            <a:r>
              <a:rPr lang="es-PE" dirty="0" err="1"/>
              <a:t>ofstream</a:t>
            </a:r>
            <a:r>
              <a:rPr lang="es-PE" dirty="0"/>
              <a:t>).</a:t>
            </a:r>
          </a:p>
        </p:txBody>
      </p:sp>
      <mc:AlternateContent xmlns:mc="http://schemas.openxmlformats.org/markup-compatibility/2006" xmlns:p14="http://schemas.microsoft.com/office/powerpoint/2010/main">
        <mc:Choice Requires="p14">
          <p:contentPart p14:bwMode="auto" r:id="rId2">
            <p14:nvContentPartPr>
              <p14:cNvPr id="4" name="Entrada de lápiz 3">
                <a:extLst>
                  <a:ext uri="{FF2B5EF4-FFF2-40B4-BE49-F238E27FC236}">
                    <a16:creationId xmlns:a16="http://schemas.microsoft.com/office/drawing/2014/main" id="{4E23B597-215F-1F6A-112C-6EED31EEBD91}"/>
                  </a:ext>
                </a:extLst>
              </p14:cNvPr>
              <p14:cNvContentPartPr/>
              <p14:nvPr/>
            </p14:nvContentPartPr>
            <p14:xfrm>
              <a:off x="336600" y="1212840"/>
              <a:ext cx="11716200" cy="5340600"/>
            </p14:xfrm>
          </p:contentPart>
        </mc:Choice>
        <mc:Fallback xmlns="">
          <p:pic>
            <p:nvPicPr>
              <p:cNvPr id="4" name="Entrada de lápiz 3">
                <a:extLst>
                  <a:ext uri="{FF2B5EF4-FFF2-40B4-BE49-F238E27FC236}">
                    <a16:creationId xmlns:a16="http://schemas.microsoft.com/office/drawing/2014/main" id="{4E23B597-215F-1F6A-112C-6EED31EEBD91}"/>
                  </a:ext>
                </a:extLst>
              </p:cNvPr>
              <p:cNvPicPr/>
              <p:nvPr/>
            </p:nvPicPr>
            <p:blipFill>
              <a:blip r:embed="rId3"/>
              <a:stretch>
                <a:fillRect/>
              </a:stretch>
            </p:blipFill>
            <p:spPr>
              <a:xfrm>
                <a:off x="327240" y="1203480"/>
                <a:ext cx="11734920" cy="5359320"/>
              </a:xfrm>
              <a:prstGeom prst="rect">
                <a:avLst/>
              </a:prstGeom>
            </p:spPr>
          </p:pic>
        </mc:Fallback>
      </mc:AlternateContent>
    </p:spTree>
    <p:extLst>
      <p:ext uri="{BB962C8B-B14F-4D97-AF65-F5344CB8AC3E}">
        <p14:creationId xmlns:p14="http://schemas.microsoft.com/office/powerpoint/2010/main" val="29648947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A0B527-9999-D601-8167-C4D8BE08B1A1}"/>
              </a:ext>
            </a:extLst>
          </p:cNvPr>
          <p:cNvSpPr>
            <a:spLocks noGrp="1"/>
          </p:cNvSpPr>
          <p:nvPr>
            <p:ph type="title"/>
          </p:nvPr>
        </p:nvSpPr>
        <p:spPr/>
        <p:txBody>
          <a:bodyPr/>
          <a:lstStyle/>
          <a:p>
            <a:pPr algn="ctr"/>
            <a:r>
              <a:rPr lang="es-PE" b="1" dirty="0"/>
              <a:t>Archivos de texto</a:t>
            </a:r>
          </a:p>
        </p:txBody>
      </p:sp>
      <p:sp>
        <p:nvSpPr>
          <p:cNvPr id="3" name="Marcador de contenido 2">
            <a:extLst>
              <a:ext uri="{FF2B5EF4-FFF2-40B4-BE49-F238E27FC236}">
                <a16:creationId xmlns:a16="http://schemas.microsoft.com/office/drawing/2014/main" id="{3B32896C-F008-FEDC-05AD-AB084FC7D287}"/>
              </a:ext>
            </a:extLst>
          </p:cNvPr>
          <p:cNvSpPr>
            <a:spLocks noGrp="1"/>
          </p:cNvSpPr>
          <p:nvPr>
            <p:ph idx="1"/>
          </p:nvPr>
        </p:nvSpPr>
        <p:spPr>
          <a:xfrm>
            <a:off x="838200" y="1825625"/>
            <a:ext cx="4286693" cy="4351338"/>
          </a:xfrm>
        </p:spPr>
        <p:txBody>
          <a:bodyPr/>
          <a:lstStyle/>
          <a:p>
            <a:r>
              <a:rPr lang="es-PE" dirty="0"/>
              <a:t>Contienen datos legibles por humanos. Ejemplo: nombres, números, frases, etc., guardados como texto plano.</a:t>
            </a:r>
          </a:p>
        </p:txBody>
      </p:sp>
      <p:pic>
        <p:nvPicPr>
          <p:cNvPr id="5" name="Imagen 4">
            <a:extLst>
              <a:ext uri="{FF2B5EF4-FFF2-40B4-BE49-F238E27FC236}">
                <a16:creationId xmlns:a16="http://schemas.microsoft.com/office/drawing/2014/main" id="{54D09FF4-DD95-D464-E7D8-58336164BDB3}"/>
              </a:ext>
            </a:extLst>
          </p:cNvPr>
          <p:cNvPicPr>
            <a:picLocks noChangeAspect="1"/>
          </p:cNvPicPr>
          <p:nvPr/>
        </p:nvPicPr>
        <p:blipFill>
          <a:blip r:embed="rId2"/>
          <a:stretch>
            <a:fillRect/>
          </a:stretch>
        </p:blipFill>
        <p:spPr>
          <a:xfrm>
            <a:off x="5401952" y="1833495"/>
            <a:ext cx="6360889" cy="3191010"/>
          </a:xfrm>
          <a:prstGeom prst="rect">
            <a:avLst/>
          </a:prstGeom>
        </p:spPr>
      </p:pic>
      <mc:AlternateContent xmlns:mc="http://schemas.openxmlformats.org/markup-compatibility/2006" xmlns:p14="http://schemas.microsoft.com/office/powerpoint/2010/main">
        <mc:Choice Requires="p14">
          <p:contentPart p14:bwMode="auto" r:id="rId3">
            <p14:nvContentPartPr>
              <p14:cNvPr id="4" name="Entrada de lápiz 3">
                <a:extLst>
                  <a:ext uri="{FF2B5EF4-FFF2-40B4-BE49-F238E27FC236}">
                    <a16:creationId xmlns:a16="http://schemas.microsoft.com/office/drawing/2014/main" id="{7B4F5851-56AE-5F01-E320-6BC07AF09707}"/>
                  </a:ext>
                </a:extLst>
              </p14:cNvPr>
              <p14:cNvContentPartPr/>
              <p14:nvPr/>
            </p14:nvContentPartPr>
            <p14:xfrm>
              <a:off x="1384200" y="412920"/>
              <a:ext cx="10801800" cy="5880240"/>
            </p14:xfrm>
          </p:contentPart>
        </mc:Choice>
        <mc:Fallback xmlns="">
          <p:pic>
            <p:nvPicPr>
              <p:cNvPr id="4" name="Entrada de lápiz 3">
                <a:extLst>
                  <a:ext uri="{FF2B5EF4-FFF2-40B4-BE49-F238E27FC236}">
                    <a16:creationId xmlns:a16="http://schemas.microsoft.com/office/drawing/2014/main" id="{7B4F5851-56AE-5F01-E320-6BC07AF09707}"/>
                  </a:ext>
                </a:extLst>
              </p:cNvPr>
              <p:cNvPicPr/>
              <p:nvPr/>
            </p:nvPicPr>
            <p:blipFill>
              <a:blip r:embed="rId4"/>
              <a:stretch>
                <a:fillRect/>
              </a:stretch>
            </p:blipFill>
            <p:spPr>
              <a:xfrm>
                <a:off x="1374840" y="403560"/>
                <a:ext cx="10820520" cy="5898960"/>
              </a:xfrm>
              <a:prstGeom prst="rect">
                <a:avLst/>
              </a:prstGeom>
            </p:spPr>
          </p:pic>
        </mc:Fallback>
      </mc:AlternateContent>
    </p:spTree>
    <p:extLst>
      <p:ext uri="{BB962C8B-B14F-4D97-AF65-F5344CB8AC3E}">
        <p14:creationId xmlns:p14="http://schemas.microsoft.com/office/powerpoint/2010/main" val="22878472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82C175-DBBA-9489-353D-C3FA7DD619D8}"/>
              </a:ext>
            </a:extLst>
          </p:cNvPr>
          <p:cNvSpPr>
            <a:spLocks noGrp="1"/>
          </p:cNvSpPr>
          <p:nvPr>
            <p:ph type="title"/>
          </p:nvPr>
        </p:nvSpPr>
        <p:spPr/>
        <p:txBody>
          <a:bodyPr/>
          <a:lstStyle/>
          <a:p>
            <a:pPr algn="ctr"/>
            <a:r>
              <a:rPr lang="es-PE" b="1" dirty="0"/>
              <a:t>Organización de archivos y modos de acceso</a:t>
            </a:r>
          </a:p>
        </p:txBody>
      </p:sp>
      <p:sp>
        <p:nvSpPr>
          <p:cNvPr id="3" name="Marcador de contenido 2">
            <a:extLst>
              <a:ext uri="{FF2B5EF4-FFF2-40B4-BE49-F238E27FC236}">
                <a16:creationId xmlns:a16="http://schemas.microsoft.com/office/drawing/2014/main" id="{1F309288-EFA3-2C1C-1EA8-110E40F08A93}"/>
              </a:ext>
            </a:extLst>
          </p:cNvPr>
          <p:cNvSpPr>
            <a:spLocks noGrp="1"/>
          </p:cNvSpPr>
          <p:nvPr>
            <p:ph idx="1"/>
          </p:nvPr>
        </p:nvSpPr>
        <p:spPr>
          <a:xfrm>
            <a:off x="620111" y="1397876"/>
            <a:ext cx="11183006" cy="5370785"/>
          </a:xfrm>
        </p:spPr>
        <p:txBody>
          <a:bodyPr>
            <a:normAutofit/>
          </a:bodyPr>
          <a:lstStyle/>
          <a:p>
            <a:r>
              <a:rPr lang="es-PE" b="1" dirty="0"/>
              <a:t>Organización</a:t>
            </a:r>
          </a:p>
          <a:p>
            <a:pPr lvl="1"/>
            <a:r>
              <a:rPr lang="es-PE" b="1" dirty="0"/>
              <a:t>Secuencial:</a:t>
            </a:r>
            <a:r>
              <a:rPr lang="es-PE" dirty="0"/>
              <a:t> Se accede en orden, desde el inicio hasta el final.</a:t>
            </a:r>
          </a:p>
          <a:p>
            <a:pPr lvl="1"/>
            <a:r>
              <a:rPr lang="es-PE" b="1" dirty="0"/>
              <a:t>Directo (aleatorio):</a:t>
            </a:r>
            <a:r>
              <a:rPr lang="es-PE" dirty="0"/>
              <a:t> Se accede a una posición específica mediante punteros de archivo.</a:t>
            </a:r>
          </a:p>
          <a:p>
            <a:r>
              <a:rPr lang="es-PE" b="1" dirty="0"/>
              <a:t>Modos de apertura</a:t>
            </a:r>
            <a:r>
              <a:rPr lang="es-PE" dirty="0"/>
              <a:t> (</a:t>
            </a:r>
            <a:r>
              <a:rPr lang="es-PE" dirty="0" err="1"/>
              <a:t>ios</a:t>
            </a:r>
            <a:r>
              <a:rPr lang="es-PE" dirty="0"/>
              <a:t>::)</a:t>
            </a:r>
          </a:p>
          <a:p>
            <a:pPr lvl="1"/>
            <a:r>
              <a:rPr lang="es-PE" dirty="0"/>
              <a:t>in → lectura</a:t>
            </a:r>
          </a:p>
          <a:p>
            <a:pPr lvl="1"/>
            <a:r>
              <a:rPr lang="es-PE" dirty="0" err="1"/>
              <a:t>out</a:t>
            </a:r>
            <a:r>
              <a:rPr lang="es-PE" dirty="0"/>
              <a:t> → escritura</a:t>
            </a:r>
          </a:p>
          <a:p>
            <a:pPr lvl="1"/>
            <a:r>
              <a:rPr lang="es-PE" dirty="0"/>
              <a:t>app → agregar al final (</a:t>
            </a:r>
            <a:r>
              <a:rPr lang="es-PE" dirty="0" err="1"/>
              <a:t>append</a:t>
            </a:r>
            <a:r>
              <a:rPr lang="es-PE" dirty="0"/>
              <a:t>)</a:t>
            </a:r>
          </a:p>
          <a:p>
            <a:pPr lvl="1"/>
            <a:r>
              <a:rPr lang="es-PE" dirty="0" err="1"/>
              <a:t>binary</a:t>
            </a:r>
            <a:r>
              <a:rPr lang="es-PE" dirty="0"/>
              <a:t> → modo binario</a:t>
            </a:r>
          </a:p>
          <a:p>
            <a:pPr lvl="1"/>
            <a:r>
              <a:rPr lang="es-PE" dirty="0"/>
              <a:t>ate → posiciona al final del archivo</a:t>
            </a:r>
          </a:p>
          <a:p>
            <a:pPr lvl="1"/>
            <a:r>
              <a:rPr lang="es-PE" dirty="0" err="1"/>
              <a:t>trunc</a:t>
            </a:r>
            <a:r>
              <a:rPr lang="es-PE" dirty="0"/>
              <a:t> → trunca el archivo si existe</a:t>
            </a:r>
          </a:p>
        </p:txBody>
      </p:sp>
      <mc:AlternateContent xmlns:mc="http://schemas.openxmlformats.org/markup-compatibility/2006" xmlns:p14="http://schemas.microsoft.com/office/powerpoint/2010/main">
        <mc:Choice Requires="p14">
          <p:contentPart p14:bwMode="auto" r:id="rId2">
            <p14:nvContentPartPr>
              <p14:cNvPr id="4" name="Entrada de lápiz 3">
                <a:extLst>
                  <a:ext uri="{FF2B5EF4-FFF2-40B4-BE49-F238E27FC236}">
                    <a16:creationId xmlns:a16="http://schemas.microsoft.com/office/drawing/2014/main" id="{D90AD97C-84D6-0EBB-4D79-AA4C92C09367}"/>
                  </a:ext>
                </a:extLst>
              </p14:cNvPr>
              <p14:cNvContentPartPr/>
              <p14:nvPr/>
            </p14:nvContentPartPr>
            <p14:xfrm>
              <a:off x="736560" y="1022400"/>
              <a:ext cx="10573200" cy="5048640"/>
            </p14:xfrm>
          </p:contentPart>
        </mc:Choice>
        <mc:Fallback xmlns="">
          <p:pic>
            <p:nvPicPr>
              <p:cNvPr id="4" name="Entrada de lápiz 3">
                <a:extLst>
                  <a:ext uri="{FF2B5EF4-FFF2-40B4-BE49-F238E27FC236}">
                    <a16:creationId xmlns:a16="http://schemas.microsoft.com/office/drawing/2014/main" id="{D90AD97C-84D6-0EBB-4D79-AA4C92C09367}"/>
                  </a:ext>
                </a:extLst>
              </p:cNvPr>
              <p:cNvPicPr/>
              <p:nvPr/>
            </p:nvPicPr>
            <p:blipFill>
              <a:blip r:embed="rId3"/>
              <a:stretch>
                <a:fillRect/>
              </a:stretch>
            </p:blipFill>
            <p:spPr>
              <a:xfrm>
                <a:off x="727200" y="1013040"/>
                <a:ext cx="10591920" cy="5067360"/>
              </a:xfrm>
              <a:prstGeom prst="rect">
                <a:avLst/>
              </a:prstGeom>
            </p:spPr>
          </p:pic>
        </mc:Fallback>
      </mc:AlternateContent>
    </p:spTree>
    <p:extLst>
      <p:ext uri="{BB962C8B-B14F-4D97-AF65-F5344CB8AC3E}">
        <p14:creationId xmlns:p14="http://schemas.microsoft.com/office/powerpoint/2010/main" val="6294073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9E59BA-8FBC-2502-3D7B-7BC08B6BDF2E}"/>
              </a:ext>
            </a:extLst>
          </p:cNvPr>
          <p:cNvSpPr>
            <a:spLocks noGrp="1"/>
          </p:cNvSpPr>
          <p:nvPr>
            <p:ph type="title"/>
          </p:nvPr>
        </p:nvSpPr>
        <p:spPr/>
        <p:txBody>
          <a:bodyPr/>
          <a:lstStyle/>
          <a:p>
            <a:pPr algn="ctr"/>
            <a:r>
              <a:rPr lang="es-PE" b="1" dirty="0"/>
              <a:t>Operaciones sobre archivos</a:t>
            </a:r>
          </a:p>
        </p:txBody>
      </p:sp>
      <p:sp>
        <p:nvSpPr>
          <p:cNvPr id="3" name="Marcador de contenido 2">
            <a:extLst>
              <a:ext uri="{FF2B5EF4-FFF2-40B4-BE49-F238E27FC236}">
                <a16:creationId xmlns:a16="http://schemas.microsoft.com/office/drawing/2014/main" id="{8F389B7A-20DA-38BB-0676-3E540C07B42B}"/>
              </a:ext>
            </a:extLst>
          </p:cNvPr>
          <p:cNvSpPr>
            <a:spLocks noGrp="1"/>
          </p:cNvSpPr>
          <p:nvPr>
            <p:ph idx="1"/>
          </p:nvPr>
        </p:nvSpPr>
        <p:spPr/>
        <p:txBody>
          <a:bodyPr/>
          <a:lstStyle/>
          <a:p>
            <a:r>
              <a:rPr lang="es-PE" dirty="0"/>
              <a:t>Crear/Abrir: </a:t>
            </a:r>
            <a:r>
              <a:rPr lang="es-PE" dirty="0" err="1"/>
              <a:t>ofstream</a:t>
            </a:r>
            <a:r>
              <a:rPr lang="es-PE" dirty="0"/>
              <a:t>, </a:t>
            </a:r>
            <a:r>
              <a:rPr lang="es-PE" dirty="0" err="1"/>
              <a:t>ifstream</a:t>
            </a:r>
            <a:r>
              <a:rPr lang="es-PE" dirty="0"/>
              <a:t>, </a:t>
            </a:r>
            <a:r>
              <a:rPr lang="es-PE" dirty="0" err="1"/>
              <a:t>fstream</a:t>
            </a:r>
            <a:endParaRPr lang="es-PE" dirty="0"/>
          </a:p>
          <a:p>
            <a:r>
              <a:rPr lang="es-PE" dirty="0"/>
              <a:t>Leer/Escribir: con &lt;&lt;, &gt;&gt;, </a:t>
            </a:r>
            <a:r>
              <a:rPr lang="es-PE" dirty="0" err="1"/>
              <a:t>getline</a:t>
            </a:r>
            <a:r>
              <a:rPr lang="es-PE" dirty="0"/>
              <a:t>(), .</a:t>
            </a:r>
            <a:r>
              <a:rPr lang="es-PE" dirty="0" err="1"/>
              <a:t>write</a:t>
            </a:r>
            <a:r>
              <a:rPr lang="es-PE" dirty="0"/>
              <a:t>(), .</a:t>
            </a:r>
            <a:r>
              <a:rPr lang="es-PE" dirty="0" err="1"/>
              <a:t>read</a:t>
            </a:r>
            <a:r>
              <a:rPr lang="es-PE" dirty="0"/>
              <a:t>()</a:t>
            </a:r>
          </a:p>
          <a:p>
            <a:r>
              <a:rPr lang="es-PE" dirty="0"/>
              <a:t>Cerrar: .</a:t>
            </a:r>
            <a:r>
              <a:rPr lang="es-PE" dirty="0" err="1"/>
              <a:t>close</a:t>
            </a:r>
            <a:r>
              <a:rPr lang="es-PE" dirty="0"/>
              <a:t>()</a:t>
            </a:r>
          </a:p>
        </p:txBody>
      </p:sp>
      <mc:AlternateContent xmlns:mc="http://schemas.openxmlformats.org/markup-compatibility/2006" xmlns:p14="http://schemas.microsoft.com/office/powerpoint/2010/main">
        <mc:Choice Requires="p14">
          <p:contentPart p14:bwMode="auto" r:id="rId2">
            <p14:nvContentPartPr>
              <p14:cNvPr id="4" name="Entrada de lápiz 3">
                <a:extLst>
                  <a:ext uri="{FF2B5EF4-FFF2-40B4-BE49-F238E27FC236}">
                    <a16:creationId xmlns:a16="http://schemas.microsoft.com/office/drawing/2014/main" id="{1A8B8933-899A-50D7-9EB0-63790659C65C}"/>
                  </a:ext>
                </a:extLst>
              </p14:cNvPr>
              <p14:cNvContentPartPr/>
              <p14:nvPr/>
            </p14:nvContentPartPr>
            <p14:xfrm>
              <a:off x="2552760" y="2184480"/>
              <a:ext cx="6350400" cy="3594240"/>
            </p14:xfrm>
          </p:contentPart>
        </mc:Choice>
        <mc:Fallback xmlns="">
          <p:pic>
            <p:nvPicPr>
              <p:cNvPr id="4" name="Entrada de lápiz 3">
                <a:extLst>
                  <a:ext uri="{FF2B5EF4-FFF2-40B4-BE49-F238E27FC236}">
                    <a16:creationId xmlns:a16="http://schemas.microsoft.com/office/drawing/2014/main" id="{1A8B8933-899A-50D7-9EB0-63790659C65C}"/>
                  </a:ext>
                </a:extLst>
              </p:cNvPr>
              <p:cNvPicPr/>
              <p:nvPr/>
            </p:nvPicPr>
            <p:blipFill>
              <a:blip r:embed="rId3"/>
              <a:stretch>
                <a:fillRect/>
              </a:stretch>
            </p:blipFill>
            <p:spPr>
              <a:xfrm>
                <a:off x="2543400" y="2175120"/>
                <a:ext cx="6369120" cy="3612960"/>
              </a:xfrm>
              <a:prstGeom prst="rect">
                <a:avLst/>
              </a:prstGeom>
            </p:spPr>
          </p:pic>
        </mc:Fallback>
      </mc:AlternateContent>
    </p:spTree>
    <p:extLst>
      <p:ext uri="{BB962C8B-B14F-4D97-AF65-F5344CB8AC3E}">
        <p14:creationId xmlns:p14="http://schemas.microsoft.com/office/powerpoint/2010/main" val="42394075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33A5B0-B976-A123-0026-D1BC11CBFE3B}"/>
              </a:ext>
            </a:extLst>
          </p:cNvPr>
          <p:cNvSpPr>
            <a:spLocks noGrp="1"/>
          </p:cNvSpPr>
          <p:nvPr>
            <p:ph type="title"/>
          </p:nvPr>
        </p:nvSpPr>
        <p:spPr>
          <a:xfrm>
            <a:off x="838200" y="365125"/>
            <a:ext cx="10515600" cy="711533"/>
          </a:xfrm>
        </p:spPr>
        <p:txBody>
          <a:bodyPr/>
          <a:lstStyle/>
          <a:p>
            <a:pPr algn="ctr"/>
            <a:r>
              <a:rPr lang="es-PE" b="1" dirty="0"/>
              <a:t>Mantenimiento de archivos</a:t>
            </a:r>
          </a:p>
        </p:txBody>
      </p:sp>
      <p:sp>
        <p:nvSpPr>
          <p:cNvPr id="3" name="Marcador de contenido 2">
            <a:extLst>
              <a:ext uri="{FF2B5EF4-FFF2-40B4-BE49-F238E27FC236}">
                <a16:creationId xmlns:a16="http://schemas.microsoft.com/office/drawing/2014/main" id="{486780DC-7531-7D40-5733-6313635B2048}"/>
              </a:ext>
            </a:extLst>
          </p:cNvPr>
          <p:cNvSpPr>
            <a:spLocks noGrp="1"/>
          </p:cNvSpPr>
          <p:nvPr>
            <p:ph idx="1"/>
          </p:nvPr>
        </p:nvSpPr>
        <p:spPr>
          <a:xfrm>
            <a:off x="340242" y="1690688"/>
            <a:ext cx="6188150" cy="4912131"/>
          </a:xfrm>
        </p:spPr>
        <p:txBody>
          <a:bodyPr/>
          <a:lstStyle/>
          <a:p>
            <a:pPr marL="0" indent="0">
              <a:buNone/>
            </a:pPr>
            <a:r>
              <a:rPr lang="es-PE" dirty="0"/>
              <a:t>Involucra tareas como:</a:t>
            </a:r>
          </a:p>
          <a:p>
            <a:r>
              <a:rPr lang="es-PE" dirty="0"/>
              <a:t>Actualizar registros</a:t>
            </a:r>
          </a:p>
          <a:p>
            <a:r>
              <a:rPr lang="es-PE" dirty="0"/>
              <a:t>Eliminar datos (a menudo reescribiendo el archivo)</a:t>
            </a:r>
          </a:p>
          <a:p>
            <a:r>
              <a:rPr lang="es-PE" dirty="0"/>
              <a:t>Compactar/organizar datos</a:t>
            </a:r>
          </a:p>
        </p:txBody>
      </p:sp>
      <p:pic>
        <p:nvPicPr>
          <p:cNvPr id="5" name="Imagen 4">
            <a:extLst>
              <a:ext uri="{FF2B5EF4-FFF2-40B4-BE49-F238E27FC236}">
                <a16:creationId xmlns:a16="http://schemas.microsoft.com/office/drawing/2014/main" id="{E3855581-F294-E647-2866-49B80AB39F3B}"/>
              </a:ext>
            </a:extLst>
          </p:cNvPr>
          <p:cNvPicPr>
            <a:picLocks noChangeAspect="1"/>
          </p:cNvPicPr>
          <p:nvPr/>
        </p:nvPicPr>
        <p:blipFill>
          <a:blip r:embed="rId2"/>
          <a:stretch>
            <a:fillRect/>
          </a:stretch>
        </p:blipFill>
        <p:spPr>
          <a:xfrm>
            <a:off x="4992413" y="1076658"/>
            <a:ext cx="4080067" cy="5681494"/>
          </a:xfrm>
          <a:prstGeom prst="rect">
            <a:avLst/>
          </a:prstGeom>
        </p:spPr>
      </p:pic>
    </p:spTree>
    <p:extLst>
      <p:ext uri="{BB962C8B-B14F-4D97-AF65-F5344CB8AC3E}">
        <p14:creationId xmlns:p14="http://schemas.microsoft.com/office/powerpoint/2010/main" val="15672941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D597A9F-9BC8-7732-6E40-34E0FDD6502A}"/>
              </a:ext>
            </a:extLst>
          </p:cNvPr>
          <p:cNvSpPr>
            <a:spLocks noGrp="1"/>
          </p:cNvSpPr>
          <p:nvPr>
            <p:ph type="title"/>
          </p:nvPr>
        </p:nvSpPr>
        <p:spPr>
          <a:xfrm>
            <a:off x="838200" y="235087"/>
            <a:ext cx="10515600" cy="698131"/>
          </a:xfrm>
        </p:spPr>
        <p:txBody>
          <a:bodyPr>
            <a:normAutofit fontScale="90000"/>
          </a:bodyPr>
          <a:lstStyle/>
          <a:p>
            <a:pPr algn="ctr"/>
            <a:r>
              <a:rPr lang="es-PE" b="1" dirty="0"/>
              <a:t>Archivos binarios</a:t>
            </a:r>
          </a:p>
        </p:txBody>
      </p:sp>
      <p:sp>
        <p:nvSpPr>
          <p:cNvPr id="3" name="Marcador de contenido 2">
            <a:extLst>
              <a:ext uri="{FF2B5EF4-FFF2-40B4-BE49-F238E27FC236}">
                <a16:creationId xmlns:a16="http://schemas.microsoft.com/office/drawing/2014/main" id="{896F76F2-D791-E83C-378F-695232883FA6}"/>
              </a:ext>
            </a:extLst>
          </p:cNvPr>
          <p:cNvSpPr>
            <a:spLocks noGrp="1"/>
          </p:cNvSpPr>
          <p:nvPr>
            <p:ph idx="1"/>
          </p:nvPr>
        </p:nvSpPr>
        <p:spPr>
          <a:xfrm>
            <a:off x="434163" y="1389689"/>
            <a:ext cx="3276600" cy="5103185"/>
          </a:xfrm>
        </p:spPr>
        <p:txBody>
          <a:bodyPr/>
          <a:lstStyle/>
          <a:p>
            <a:r>
              <a:rPr lang="es-PE" dirty="0"/>
              <a:t>Almacenan datos en </a:t>
            </a:r>
            <a:r>
              <a:rPr lang="es-PE" b="1" dirty="0"/>
              <a:t>formato no legible</a:t>
            </a:r>
            <a:r>
              <a:rPr lang="es-PE" dirty="0"/>
              <a:t>, más rápido y eficiente para estructuras o números.</a:t>
            </a:r>
          </a:p>
        </p:txBody>
      </p:sp>
      <p:pic>
        <p:nvPicPr>
          <p:cNvPr id="5" name="Imagen 4">
            <a:extLst>
              <a:ext uri="{FF2B5EF4-FFF2-40B4-BE49-F238E27FC236}">
                <a16:creationId xmlns:a16="http://schemas.microsoft.com/office/drawing/2014/main" id="{18C2CBBB-3934-22BB-166F-8A75B34CF335}"/>
              </a:ext>
            </a:extLst>
          </p:cNvPr>
          <p:cNvPicPr>
            <a:picLocks noChangeAspect="1"/>
          </p:cNvPicPr>
          <p:nvPr/>
        </p:nvPicPr>
        <p:blipFill>
          <a:blip r:embed="rId2"/>
          <a:stretch>
            <a:fillRect/>
          </a:stretch>
        </p:blipFill>
        <p:spPr>
          <a:xfrm>
            <a:off x="4527915" y="933218"/>
            <a:ext cx="5700606" cy="5850403"/>
          </a:xfrm>
          <a:prstGeom prst="rect">
            <a:avLst/>
          </a:prstGeom>
        </p:spPr>
      </p:pic>
    </p:spTree>
    <p:extLst>
      <p:ext uri="{BB962C8B-B14F-4D97-AF65-F5344CB8AC3E}">
        <p14:creationId xmlns:p14="http://schemas.microsoft.com/office/powerpoint/2010/main" val="8446723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B65F7F7-2FCE-8F01-53DE-15C39342BE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001D970-38C4-1390-F0DD-C50797C72991}"/>
              </a:ext>
            </a:extLst>
          </p:cNvPr>
          <p:cNvSpPr>
            <a:spLocks noGrp="1"/>
          </p:cNvSpPr>
          <p:nvPr>
            <p:ph type="title"/>
          </p:nvPr>
        </p:nvSpPr>
        <p:spPr>
          <a:xfrm>
            <a:off x="1731821" y="501345"/>
            <a:ext cx="8728364" cy="689279"/>
          </a:xfrm>
        </p:spPr>
        <p:txBody>
          <a:bodyPr vert="horz" lIns="91440" tIns="45720" rIns="91440" bIns="45720" rtlCol="0" anchor="b">
            <a:normAutofit/>
          </a:bodyPr>
          <a:lstStyle/>
          <a:p>
            <a:pPr algn="ctr"/>
            <a:r>
              <a:rPr lang="en-US" sz="3600" b="1"/>
              <a:t>Resumen clave</a:t>
            </a:r>
          </a:p>
        </p:txBody>
      </p:sp>
      <p:graphicFrame>
        <p:nvGraphicFramePr>
          <p:cNvPr id="4" name="Tabla 3">
            <a:extLst>
              <a:ext uri="{FF2B5EF4-FFF2-40B4-BE49-F238E27FC236}">
                <a16:creationId xmlns:a16="http://schemas.microsoft.com/office/drawing/2014/main" id="{9AC71F08-AA46-B7DA-F87E-F75F8EA2D44D}"/>
              </a:ext>
            </a:extLst>
          </p:cNvPr>
          <p:cNvGraphicFramePr>
            <a:graphicFrameLocks noGrp="1"/>
          </p:cNvGraphicFramePr>
          <p:nvPr>
            <p:extLst>
              <p:ext uri="{D42A27DB-BD31-4B8C-83A1-F6EECF244321}">
                <p14:modId xmlns:p14="http://schemas.microsoft.com/office/powerpoint/2010/main" val="3056336064"/>
              </p:ext>
            </p:extLst>
          </p:nvPr>
        </p:nvGraphicFramePr>
        <p:xfrm>
          <a:off x="2117255" y="1782115"/>
          <a:ext cx="7957491" cy="4572001"/>
        </p:xfrm>
        <a:graphic>
          <a:graphicData uri="http://schemas.openxmlformats.org/drawingml/2006/table">
            <a:tbl>
              <a:tblPr firstRow="1" bandRow="1">
                <a:solidFill>
                  <a:srgbClr val="F7F7F7"/>
                </a:solidFill>
                <a:tableStyleId>{5C22544A-7EE6-4342-B048-85BDC9FD1C3A}</a:tableStyleId>
              </a:tblPr>
              <a:tblGrid>
                <a:gridCol w="2881674">
                  <a:extLst>
                    <a:ext uri="{9D8B030D-6E8A-4147-A177-3AD203B41FA5}">
                      <a16:colId xmlns:a16="http://schemas.microsoft.com/office/drawing/2014/main" val="3930014702"/>
                    </a:ext>
                  </a:extLst>
                </a:gridCol>
                <a:gridCol w="5075817">
                  <a:extLst>
                    <a:ext uri="{9D8B030D-6E8A-4147-A177-3AD203B41FA5}">
                      <a16:colId xmlns:a16="http://schemas.microsoft.com/office/drawing/2014/main" val="1827254201"/>
                    </a:ext>
                  </a:extLst>
                </a:gridCol>
              </a:tblGrid>
              <a:tr h="722952">
                <a:tc>
                  <a:txBody>
                    <a:bodyPr/>
                    <a:lstStyle/>
                    <a:p>
                      <a:pPr algn="ctr" fontAlgn="ctr"/>
                      <a:r>
                        <a:rPr lang="es-PE" sz="1800" b="1" u="none" strike="noStrike" cap="all" spc="60">
                          <a:solidFill>
                            <a:schemeClr val="tx1"/>
                          </a:solidFill>
                          <a:effectLst/>
                          <a:latin typeface="Arial Black" panose="020B0A04020102020204" pitchFamily="34" charset="0"/>
                        </a:rPr>
                        <a:t>Concepto</a:t>
                      </a:r>
                      <a:endParaRPr lang="es-PE" sz="1800" b="1" i="0" u="none" strike="noStrike" cap="all" spc="60">
                        <a:solidFill>
                          <a:schemeClr val="tx1"/>
                        </a:solidFill>
                        <a:effectLst/>
                        <a:latin typeface="Arial Black" panose="020B0A04020102020204" pitchFamily="34" charset="0"/>
                      </a:endParaRPr>
                    </a:p>
                  </a:txBody>
                  <a:tcPr marL="200820" marR="200820" marT="200820" marB="200820" anchor="ctr">
                    <a:lnL w="12700" cmpd="sng">
                      <a:noFill/>
                    </a:lnL>
                    <a:lnR w="12700" cmpd="sng">
                      <a:noFill/>
                    </a:lnR>
                    <a:lnT w="12700" cmpd="sng">
                      <a:noFill/>
                    </a:lnT>
                    <a:lnB w="38100" cmpd="sng">
                      <a:noFill/>
                    </a:lnB>
                    <a:noFill/>
                  </a:tcPr>
                </a:tc>
                <a:tc>
                  <a:txBody>
                    <a:bodyPr/>
                    <a:lstStyle/>
                    <a:p>
                      <a:pPr algn="ctr" fontAlgn="ctr"/>
                      <a:r>
                        <a:rPr lang="es-PE" sz="1800" b="1" u="none" strike="noStrike" cap="all" spc="60">
                          <a:solidFill>
                            <a:schemeClr val="tx1"/>
                          </a:solidFill>
                          <a:effectLst/>
                          <a:latin typeface="Arial Black" panose="020B0A04020102020204" pitchFamily="34" charset="0"/>
                        </a:rPr>
                        <a:t>Descripción breve</a:t>
                      </a:r>
                      <a:endParaRPr lang="es-PE" sz="1800" b="1" i="0" u="none" strike="noStrike" cap="all" spc="60">
                        <a:solidFill>
                          <a:schemeClr val="tx1"/>
                        </a:solidFill>
                        <a:effectLst/>
                        <a:latin typeface="Arial Black" panose="020B0A04020102020204" pitchFamily="34" charset="0"/>
                      </a:endParaRPr>
                    </a:p>
                  </a:txBody>
                  <a:tcPr marL="200820" marR="200820" marT="200820" marB="200820" anchor="ctr">
                    <a:lnL w="12700" cmpd="sng">
                      <a:noFill/>
                    </a:lnL>
                    <a:lnR w="12700" cmpd="sng">
                      <a:noFill/>
                    </a:lnR>
                    <a:lnT w="12700" cmpd="sng">
                      <a:noFill/>
                    </a:lnT>
                    <a:lnB w="38100" cmpd="sng">
                      <a:noFill/>
                    </a:lnB>
                    <a:noFill/>
                  </a:tcPr>
                </a:tc>
                <a:extLst>
                  <a:ext uri="{0D108BD9-81ED-4DB2-BD59-A6C34878D82A}">
                    <a16:rowId xmlns:a16="http://schemas.microsoft.com/office/drawing/2014/main" val="3906344205"/>
                  </a:ext>
                </a:extLst>
              </a:tr>
              <a:tr h="912615">
                <a:tc>
                  <a:txBody>
                    <a:bodyPr/>
                    <a:lstStyle/>
                    <a:p>
                      <a:pPr algn="l" fontAlgn="ctr"/>
                      <a:r>
                        <a:rPr lang="es-PE" sz="2300" b="0" u="none" strike="noStrike" cap="none" spc="0" dirty="0">
                          <a:solidFill>
                            <a:schemeClr val="tx1"/>
                          </a:solidFill>
                          <a:effectLst/>
                          <a:latin typeface="Arial Black" panose="020B0A04020102020204" pitchFamily="34" charset="0"/>
                        </a:rPr>
                        <a:t>Archivo lógico</a:t>
                      </a:r>
                      <a:endParaRPr lang="es-PE" sz="2300" b="0" i="0" u="none" strike="noStrike" cap="none" spc="0" dirty="0">
                        <a:solidFill>
                          <a:schemeClr val="tx1"/>
                        </a:solidFill>
                        <a:effectLst/>
                        <a:latin typeface="Arial Black" panose="020B0A04020102020204" pitchFamily="34" charset="0"/>
                      </a:endParaRPr>
                    </a:p>
                  </a:txBody>
                  <a:tcPr marL="11157" marR="11157" marT="11157" marB="133880" anchor="ctr">
                    <a:lnL w="12700" cmpd="sng">
                      <a:noFill/>
                      <a:prstDash val="solid"/>
                    </a:lnL>
                    <a:lnR w="12700" cmpd="sng">
                      <a:noFill/>
                      <a:prstDash val="solid"/>
                    </a:lnR>
                    <a:lnT w="38100" cmpd="sng">
                      <a:noFill/>
                    </a:lnT>
                    <a:lnB w="12700" cmpd="sng">
                      <a:noFill/>
                      <a:prstDash val="solid"/>
                    </a:lnB>
                    <a:solidFill>
                      <a:srgbClr val="F7F7F7"/>
                    </a:solidFill>
                  </a:tcPr>
                </a:tc>
                <a:tc>
                  <a:txBody>
                    <a:bodyPr/>
                    <a:lstStyle/>
                    <a:p>
                      <a:pPr algn="l" fontAlgn="ctr"/>
                      <a:r>
                        <a:rPr lang="es-PE" sz="2300" b="0" u="none" strike="noStrike" cap="none" spc="0">
                          <a:solidFill>
                            <a:schemeClr val="tx1"/>
                          </a:solidFill>
                          <a:effectLst/>
                          <a:latin typeface="Arial Black" panose="020B0A04020102020204" pitchFamily="34" charset="0"/>
                        </a:rPr>
                        <a:t>Representación en código (ej. ifstream archivo)</a:t>
                      </a:r>
                      <a:endParaRPr lang="es-PE" sz="2300" b="0" i="0" u="none" strike="noStrike" cap="none" spc="0">
                        <a:solidFill>
                          <a:schemeClr val="tx1"/>
                        </a:solidFill>
                        <a:effectLst/>
                        <a:latin typeface="Arial Black" panose="020B0A04020102020204" pitchFamily="34" charset="0"/>
                      </a:endParaRPr>
                    </a:p>
                  </a:txBody>
                  <a:tcPr marL="11157" marR="11157" marT="11157" marB="133880" anchor="ctr">
                    <a:lnL w="12700" cmpd="sng">
                      <a:noFill/>
                      <a:prstDash val="solid"/>
                    </a:lnL>
                    <a:lnR w="12700" cmpd="sng">
                      <a:noFill/>
                      <a:prstDash val="solid"/>
                    </a:lnR>
                    <a:lnT w="38100" cmpd="sng">
                      <a:noFill/>
                    </a:lnT>
                    <a:lnB w="12700" cmpd="sng">
                      <a:noFill/>
                      <a:prstDash val="solid"/>
                    </a:lnB>
                    <a:solidFill>
                      <a:srgbClr val="F7F7F7"/>
                    </a:solidFill>
                  </a:tcPr>
                </a:tc>
                <a:extLst>
                  <a:ext uri="{0D108BD9-81ED-4DB2-BD59-A6C34878D82A}">
                    <a16:rowId xmlns:a16="http://schemas.microsoft.com/office/drawing/2014/main" val="1076312273"/>
                  </a:ext>
                </a:extLst>
              </a:tr>
              <a:tr h="555602">
                <a:tc>
                  <a:txBody>
                    <a:bodyPr/>
                    <a:lstStyle/>
                    <a:p>
                      <a:pPr algn="l" fontAlgn="ctr"/>
                      <a:r>
                        <a:rPr lang="es-PE" sz="2300" b="0" u="none" strike="noStrike" cap="none" spc="0">
                          <a:solidFill>
                            <a:schemeClr val="tx1"/>
                          </a:solidFill>
                          <a:effectLst/>
                          <a:latin typeface="Arial Black" panose="020B0A04020102020204" pitchFamily="34" charset="0"/>
                        </a:rPr>
                        <a:t>Archivo físico</a:t>
                      </a:r>
                      <a:endParaRPr lang="es-PE" sz="2300" b="0" i="0" u="none" strike="noStrike" cap="none" spc="0">
                        <a:solidFill>
                          <a:schemeClr val="tx1"/>
                        </a:solidFill>
                        <a:effectLst/>
                        <a:latin typeface="Arial Black" panose="020B0A04020102020204" pitchFamily="34" charset="0"/>
                      </a:endParaRPr>
                    </a:p>
                  </a:txBody>
                  <a:tcPr marL="11157" marR="11157" marT="11157" marB="133880"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gn="l" fontAlgn="ctr"/>
                      <a:r>
                        <a:rPr lang="es-PE" sz="2300" b="0" u="none" strike="noStrike" cap="none" spc="0">
                          <a:solidFill>
                            <a:schemeClr val="tx1"/>
                          </a:solidFill>
                          <a:effectLst/>
                          <a:latin typeface="Arial Black" panose="020B0A04020102020204" pitchFamily="34" charset="0"/>
                        </a:rPr>
                        <a:t>Lo que se guarda en disco</a:t>
                      </a:r>
                      <a:endParaRPr lang="es-PE" sz="2300" b="0" i="0" u="none" strike="noStrike" cap="none" spc="0">
                        <a:solidFill>
                          <a:schemeClr val="tx1"/>
                        </a:solidFill>
                        <a:effectLst/>
                        <a:latin typeface="Arial Black" panose="020B0A04020102020204" pitchFamily="34" charset="0"/>
                      </a:endParaRPr>
                    </a:p>
                  </a:txBody>
                  <a:tcPr marL="11157" marR="11157" marT="11157" marB="133880"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extLst>
                  <a:ext uri="{0D108BD9-81ED-4DB2-BD59-A6C34878D82A}">
                    <a16:rowId xmlns:a16="http://schemas.microsoft.com/office/drawing/2014/main" val="2016986792"/>
                  </a:ext>
                </a:extLst>
              </a:tr>
              <a:tr h="912615">
                <a:tc>
                  <a:txBody>
                    <a:bodyPr/>
                    <a:lstStyle/>
                    <a:p>
                      <a:pPr algn="l" fontAlgn="ctr"/>
                      <a:r>
                        <a:rPr lang="es-PE" sz="2300" b="0" u="none" strike="noStrike" cap="none" spc="0">
                          <a:solidFill>
                            <a:schemeClr val="tx1"/>
                          </a:solidFill>
                          <a:effectLst/>
                          <a:latin typeface="Arial Black" panose="020B0A04020102020204" pitchFamily="34" charset="0"/>
                        </a:rPr>
                        <a:t>Texto vs Binario</a:t>
                      </a:r>
                      <a:endParaRPr lang="es-PE" sz="2300" b="0" i="0" u="none" strike="noStrike" cap="none" spc="0">
                        <a:solidFill>
                          <a:schemeClr val="tx1"/>
                        </a:solidFill>
                        <a:effectLst/>
                        <a:latin typeface="Arial Black" panose="020B0A04020102020204" pitchFamily="34" charset="0"/>
                      </a:endParaRPr>
                    </a:p>
                  </a:txBody>
                  <a:tcPr marL="11157" marR="11157" marT="11157" marB="133880"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lgn="l" fontAlgn="ctr"/>
                      <a:r>
                        <a:rPr lang="es-PE" sz="2300" b="0" u="none" strike="noStrike" cap="none" spc="0">
                          <a:solidFill>
                            <a:schemeClr val="tx1"/>
                          </a:solidFill>
                          <a:effectLst/>
                          <a:latin typeface="Arial Black" panose="020B0A04020102020204" pitchFamily="34" charset="0"/>
                        </a:rPr>
                        <a:t>Legible vs eficiente en almacenamiento</a:t>
                      </a:r>
                      <a:endParaRPr lang="es-PE" sz="2300" b="0" i="0" u="none" strike="noStrike" cap="none" spc="0">
                        <a:solidFill>
                          <a:schemeClr val="tx1"/>
                        </a:solidFill>
                        <a:effectLst/>
                        <a:latin typeface="Arial Black" panose="020B0A04020102020204" pitchFamily="34" charset="0"/>
                      </a:endParaRPr>
                    </a:p>
                  </a:txBody>
                  <a:tcPr marL="11157" marR="11157" marT="11157" marB="133880"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4014660059"/>
                  </a:ext>
                </a:extLst>
              </a:tr>
              <a:tr h="555602">
                <a:tc>
                  <a:txBody>
                    <a:bodyPr/>
                    <a:lstStyle/>
                    <a:p>
                      <a:pPr algn="l" fontAlgn="ctr"/>
                      <a:r>
                        <a:rPr lang="es-PE" sz="2300" b="0" u="none" strike="noStrike" cap="none" spc="0">
                          <a:solidFill>
                            <a:schemeClr val="tx1"/>
                          </a:solidFill>
                          <a:effectLst/>
                          <a:latin typeface="Arial Black" panose="020B0A04020102020204" pitchFamily="34" charset="0"/>
                        </a:rPr>
                        <a:t>Modo de acceso</a:t>
                      </a:r>
                      <a:endParaRPr lang="es-PE" sz="2300" b="0" i="0" u="none" strike="noStrike" cap="none" spc="0">
                        <a:solidFill>
                          <a:schemeClr val="tx1"/>
                        </a:solidFill>
                        <a:effectLst/>
                        <a:latin typeface="Arial Black" panose="020B0A04020102020204" pitchFamily="34" charset="0"/>
                      </a:endParaRPr>
                    </a:p>
                  </a:txBody>
                  <a:tcPr marL="11157" marR="11157" marT="11157" marB="133880"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gn="l" fontAlgn="ctr"/>
                      <a:r>
                        <a:rPr lang="en-US" sz="2300" b="0" u="none" strike="noStrike" cap="none" spc="0">
                          <a:solidFill>
                            <a:schemeClr val="tx1"/>
                          </a:solidFill>
                          <a:effectLst/>
                          <a:latin typeface="Arial Black" panose="020B0A04020102020204" pitchFamily="34" charset="0"/>
                        </a:rPr>
                        <a:t>in, out, app, binary, etc.</a:t>
                      </a:r>
                      <a:endParaRPr lang="en-US" sz="2300" b="0" i="0" u="none" strike="noStrike" cap="none" spc="0">
                        <a:solidFill>
                          <a:schemeClr val="tx1"/>
                        </a:solidFill>
                        <a:effectLst/>
                        <a:latin typeface="Arial Black" panose="020B0A04020102020204" pitchFamily="34" charset="0"/>
                      </a:endParaRPr>
                    </a:p>
                  </a:txBody>
                  <a:tcPr marL="11157" marR="11157" marT="11157" marB="133880"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extLst>
                  <a:ext uri="{0D108BD9-81ED-4DB2-BD59-A6C34878D82A}">
                    <a16:rowId xmlns:a16="http://schemas.microsoft.com/office/drawing/2014/main" val="1323951982"/>
                  </a:ext>
                </a:extLst>
              </a:tr>
              <a:tr h="912615">
                <a:tc>
                  <a:txBody>
                    <a:bodyPr/>
                    <a:lstStyle/>
                    <a:p>
                      <a:pPr algn="l" fontAlgn="ctr"/>
                      <a:r>
                        <a:rPr lang="es-PE" sz="2300" b="0" u="none" strike="noStrike" cap="none" spc="0">
                          <a:solidFill>
                            <a:schemeClr val="tx1"/>
                          </a:solidFill>
                          <a:effectLst/>
                          <a:latin typeface="Arial Black" panose="020B0A04020102020204" pitchFamily="34" charset="0"/>
                        </a:rPr>
                        <a:t>Mantenimiento típico</a:t>
                      </a:r>
                      <a:endParaRPr lang="es-PE" sz="2300" b="0" i="0" u="none" strike="noStrike" cap="none" spc="0">
                        <a:solidFill>
                          <a:schemeClr val="tx1"/>
                        </a:solidFill>
                        <a:effectLst/>
                        <a:latin typeface="Arial Black" panose="020B0A04020102020204" pitchFamily="34" charset="0"/>
                      </a:endParaRPr>
                    </a:p>
                  </a:txBody>
                  <a:tcPr marL="11157" marR="11157" marT="11157" marB="133880" anchor="ctr">
                    <a:lnL w="12700" cmpd="sng">
                      <a:noFill/>
                      <a:prstDash val="solid"/>
                    </a:lnL>
                    <a:lnR w="12700" cmpd="sng">
                      <a:noFill/>
                      <a:prstDash val="solid"/>
                    </a:lnR>
                    <a:lnT w="12700" cmpd="sng">
                      <a:noFill/>
                      <a:prstDash val="solid"/>
                    </a:lnT>
                    <a:lnB w="12700" cap="flat" cmpd="sng" algn="ctr">
                      <a:solidFill>
                        <a:schemeClr val="tx1">
                          <a:lumMod val="50000"/>
                          <a:lumOff val="50000"/>
                        </a:schemeClr>
                      </a:solidFill>
                      <a:prstDash val="solid"/>
                    </a:lnB>
                    <a:solidFill>
                      <a:srgbClr val="F7F7F7"/>
                    </a:solidFill>
                  </a:tcPr>
                </a:tc>
                <a:tc>
                  <a:txBody>
                    <a:bodyPr/>
                    <a:lstStyle/>
                    <a:p>
                      <a:pPr algn="l" fontAlgn="ctr"/>
                      <a:r>
                        <a:rPr lang="es-PE" sz="2300" b="0" u="none" strike="noStrike" cap="none" spc="0" dirty="0">
                          <a:solidFill>
                            <a:schemeClr val="tx1"/>
                          </a:solidFill>
                          <a:effectLst/>
                          <a:latin typeface="Arial Black" panose="020B0A04020102020204" pitchFamily="34" charset="0"/>
                        </a:rPr>
                        <a:t>Eliminar, modificar, copiar</a:t>
                      </a:r>
                      <a:endParaRPr lang="es-PE" sz="2300" b="0" i="0" u="none" strike="noStrike" cap="none" spc="0" dirty="0">
                        <a:solidFill>
                          <a:schemeClr val="tx1"/>
                        </a:solidFill>
                        <a:effectLst/>
                        <a:latin typeface="Arial Black" panose="020B0A04020102020204" pitchFamily="34" charset="0"/>
                      </a:endParaRPr>
                    </a:p>
                  </a:txBody>
                  <a:tcPr marL="11157" marR="11157" marT="11157" marB="133880" anchor="ctr">
                    <a:lnL w="12700" cmpd="sng">
                      <a:noFill/>
                      <a:prstDash val="solid"/>
                    </a:lnL>
                    <a:lnR w="12700" cmpd="sng">
                      <a:noFill/>
                      <a:prstDash val="solid"/>
                    </a:lnR>
                    <a:lnT w="12700" cmpd="sng">
                      <a:noFill/>
                      <a:prstDash val="solid"/>
                    </a:lnT>
                    <a:lnB w="12700" cap="flat" cmpd="sng" algn="ctr">
                      <a:solidFill>
                        <a:schemeClr val="tx1">
                          <a:lumMod val="50000"/>
                          <a:lumOff val="50000"/>
                        </a:schemeClr>
                      </a:solidFill>
                      <a:prstDash val="solid"/>
                    </a:lnB>
                    <a:solidFill>
                      <a:srgbClr val="F7F7F7"/>
                    </a:solidFill>
                  </a:tcPr>
                </a:tc>
                <a:extLst>
                  <a:ext uri="{0D108BD9-81ED-4DB2-BD59-A6C34878D82A}">
                    <a16:rowId xmlns:a16="http://schemas.microsoft.com/office/drawing/2014/main" val="3433979376"/>
                  </a:ext>
                </a:extLst>
              </a:tr>
            </a:tbl>
          </a:graphicData>
        </a:graphic>
      </p:graphicFrame>
    </p:spTree>
    <p:extLst>
      <p:ext uri="{BB962C8B-B14F-4D97-AF65-F5344CB8AC3E}">
        <p14:creationId xmlns:p14="http://schemas.microsoft.com/office/powerpoint/2010/main" val="24142390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C1B31A43-6290-D75B-DBF3-140A30CDADE3}"/>
              </a:ext>
            </a:extLst>
          </p:cNvPr>
          <p:cNvSpPr>
            <a:spLocks noGrp="1"/>
          </p:cNvSpPr>
          <p:nvPr>
            <p:ph type="title"/>
          </p:nvPr>
        </p:nvSpPr>
        <p:spPr>
          <a:xfrm>
            <a:off x="829278" y="225972"/>
            <a:ext cx="3932237" cy="531812"/>
          </a:xfrm>
        </p:spPr>
        <p:txBody>
          <a:bodyPr>
            <a:normAutofit fontScale="90000"/>
          </a:bodyPr>
          <a:lstStyle/>
          <a:p>
            <a:r>
              <a:rPr lang="es-419" b="1" dirty="0"/>
              <a:t>Ejercicio 1</a:t>
            </a:r>
            <a:endParaRPr lang="es-PE" b="1" dirty="0"/>
          </a:p>
        </p:txBody>
      </p:sp>
      <p:sp>
        <p:nvSpPr>
          <p:cNvPr id="7" name="Marcador de texto 6">
            <a:extLst>
              <a:ext uri="{FF2B5EF4-FFF2-40B4-BE49-F238E27FC236}">
                <a16:creationId xmlns:a16="http://schemas.microsoft.com/office/drawing/2014/main" id="{E7C39E33-9D54-6193-F52E-A6A261A5390A}"/>
              </a:ext>
            </a:extLst>
          </p:cNvPr>
          <p:cNvSpPr>
            <a:spLocks noGrp="1"/>
          </p:cNvSpPr>
          <p:nvPr>
            <p:ph type="body" sz="half" idx="2"/>
          </p:nvPr>
        </p:nvSpPr>
        <p:spPr>
          <a:xfrm>
            <a:off x="273269" y="989012"/>
            <a:ext cx="4876799" cy="2438549"/>
          </a:xfrm>
        </p:spPr>
        <p:txBody>
          <a:bodyPr/>
          <a:lstStyle/>
          <a:p>
            <a:r>
              <a:rPr lang="es-PE" dirty="0"/>
              <a:t>Cuando abres un archivo usando </a:t>
            </a:r>
            <a:r>
              <a:rPr lang="es-PE" dirty="0" err="1"/>
              <a:t>ifstream</a:t>
            </a:r>
            <a:r>
              <a:rPr lang="es-PE" dirty="0"/>
              <a:t> o </a:t>
            </a:r>
            <a:r>
              <a:rPr lang="es-PE" dirty="0" err="1"/>
              <a:t>fstream</a:t>
            </a:r>
            <a:r>
              <a:rPr lang="es-PE" dirty="0"/>
              <a:t>, puedes especificar modos de apertura con valores de la enumeración </a:t>
            </a:r>
            <a:r>
              <a:rPr lang="es-PE" dirty="0" err="1"/>
              <a:t>ios</a:t>
            </a:r>
            <a:r>
              <a:rPr lang="es-PE" dirty="0"/>
              <a:t>.</a:t>
            </a:r>
          </a:p>
          <a:p>
            <a:r>
              <a:rPr lang="es-PE" dirty="0"/>
              <a:t>Este código abre el archivo "datos.txt" en modo lectura, lo que significa:</a:t>
            </a:r>
          </a:p>
          <a:p>
            <a:pPr marL="285750" indent="-285750">
              <a:buFont typeface="Arial" panose="020B0604020202020204" pitchFamily="34" charset="0"/>
              <a:buChar char="•"/>
            </a:pPr>
            <a:r>
              <a:rPr lang="es-PE" dirty="0"/>
              <a:t>Solo puedes leer datos desde el archivo.</a:t>
            </a:r>
          </a:p>
          <a:p>
            <a:pPr marL="285750" indent="-285750">
              <a:buFont typeface="Arial" panose="020B0604020202020204" pitchFamily="34" charset="0"/>
              <a:buChar char="•"/>
            </a:pPr>
            <a:r>
              <a:rPr lang="es-PE" dirty="0"/>
              <a:t>Si el archivo no existe, la apertura fallará.</a:t>
            </a:r>
          </a:p>
          <a:p>
            <a:pPr marL="285750" indent="-285750">
              <a:buFont typeface="Arial" panose="020B0604020202020204" pitchFamily="34" charset="0"/>
              <a:buChar char="•"/>
            </a:pPr>
            <a:r>
              <a:rPr lang="es-PE" dirty="0"/>
              <a:t>No puedes escribir ni modificar su contenido.</a:t>
            </a:r>
          </a:p>
        </p:txBody>
      </p:sp>
      <mc:AlternateContent xmlns:mc="http://schemas.openxmlformats.org/markup-compatibility/2006" xmlns:p14="http://schemas.microsoft.com/office/powerpoint/2010/main">
        <mc:Choice Requires="p14">
          <p:contentPart p14:bwMode="auto" r:id="rId2">
            <p14:nvContentPartPr>
              <p14:cNvPr id="11" name="Entrada de lápiz 10">
                <a:extLst>
                  <a:ext uri="{FF2B5EF4-FFF2-40B4-BE49-F238E27FC236}">
                    <a16:creationId xmlns:a16="http://schemas.microsoft.com/office/drawing/2014/main" id="{BD06AE32-64E4-0D30-27F3-8B98022DECE8}"/>
                  </a:ext>
                </a:extLst>
              </p14:cNvPr>
              <p14:cNvContentPartPr/>
              <p14:nvPr/>
            </p14:nvContentPartPr>
            <p14:xfrm>
              <a:off x="3306567" y="4040138"/>
              <a:ext cx="360" cy="360"/>
            </p14:xfrm>
          </p:contentPart>
        </mc:Choice>
        <mc:Fallback xmlns="">
          <p:pic>
            <p:nvPicPr>
              <p:cNvPr id="11" name="Entrada de lápiz 10">
                <a:extLst>
                  <a:ext uri="{FF2B5EF4-FFF2-40B4-BE49-F238E27FC236}">
                    <a16:creationId xmlns:a16="http://schemas.microsoft.com/office/drawing/2014/main" id="{BD06AE32-64E4-0D30-27F3-8B98022DECE8}"/>
                  </a:ext>
                </a:extLst>
              </p:cNvPr>
              <p:cNvPicPr/>
              <p:nvPr/>
            </p:nvPicPr>
            <p:blipFill>
              <a:blip r:embed="rId8"/>
              <a:stretch>
                <a:fillRect/>
              </a:stretch>
            </p:blipFill>
            <p:spPr>
              <a:xfrm>
                <a:off x="3297567" y="4031498"/>
                <a:ext cx="18000" cy="18000"/>
              </a:xfrm>
              <a:prstGeom prst="rect">
                <a:avLst/>
              </a:prstGeom>
            </p:spPr>
          </p:pic>
        </mc:Fallback>
      </mc:AlternateContent>
      <p:pic>
        <p:nvPicPr>
          <p:cNvPr id="13" name="Imagen 12">
            <a:extLst>
              <a:ext uri="{FF2B5EF4-FFF2-40B4-BE49-F238E27FC236}">
                <a16:creationId xmlns:a16="http://schemas.microsoft.com/office/drawing/2014/main" id="{63DA455E-93D0-9D38-64E1-501A15FD491C}"/>
              </a:ext>
            </a:extLst>
          </p:cNvPr>
          <p:cNvPicPr>
            <a:picLocks noChangeAspect="1"/>
          </p:cNvPicPr>
          <p:nvPr/>
        </p:nvPicPr>
        <p:blipFill>
          <a:blip r:embed="rId9"/>
          <a:stretch>
            <a:fillRect/>
          </a:stretch>
        </p:blipFill>
        <p:spPr>
          <a:xfrm>
            <a:off x="389101" y="3427561"/>
            <a:ext cx="4627708" cy="2786426"/>
          </a:xfrm>
          <a:prstGeom prst="rect">
            <a:avLst/>
          </a:prstGeom>
        </p:spPr>
      </p:pic>
      <p:pic>
        <p:nvPicPr>
          <p:cNvPr id="15" name="Imagen 14">
            <a:extLst>
              <a:ext uri="{FF2B5EF4-FFF2-40B4-BE49-F238E27FC236}">
                <a16:creationId xmlns:a16="http://schemas.microsoft.com/office/drawing/2014/main" id="{FB671216-6412-45FB-E62B-D6F4D7F921C3}"/>
              </a:ext>
            </a:extLst>
          </p:cNvPr>
          <p:cNvPicPr>
            <a:picLocks noChangeAspect="1"/>
          </p:cNvPicPr>
          <p:nvPr/>
        </p:nvPicPr>
        <p:blipFill>
          <a:blip r:embed="rId10"/>
          <a:stretch>
            <a:fillRect/>
          </a:stretch>
        </p:blipFill>
        <p:spPr>
          <a:xfrm>
            <a:off x="168393" y="6333705"/>
            <a:ext cx="4846740" cy="205758"/>
          </a:xfrm>
          <a:prstGeom prst="rect">
            <a:avLst/>
          </a:prstGeom>
        </p:spPr>
      </p:pic>
      <p:pic>
        <p:nvPicPr>
          <p:cNvPr id="3" name="Imagen 2">
            <a:extLst>
              <a:ext uri="{FF2B5EF4-FFF2-40B4-BE49-F238E27FC236}">
                <a16:creationId xmlns:a16="http://schemas.microsoft.com/office/drawing/2014/main" id="{A555FFEF-9942-D91F-5031-DE36CDC22F14}"/>
              </a:ext>
            </a:extLst>
          </p:cNvPr>
          <p:cNvPicPr>
            <a:picLocks noChangeAspect="1"/>
          </p:cNvPicPr>
          <p:nvPr/>
        </p:nvPicPr>
        <p:blipFill>
          <a:blip r:embed="rId11"/>
          <a:stretch>
            <a:fillRect/>
          </a:stretch>
        </p:blipFill>
        <p:spPr>
          <a:xfrm>
            <a:off x="5974915" y="393290"/>
            <a:ext cx="5387807" cy="5547841"/>
          </a:xfrm>
          <a:prstGeom prst="rect">
            <a:avLst/>
          </a:prstGeom>
        </p:spPr>
      </p:pic>
    </p:spTree>
    <p:extLst>
      <p:ext uri="{BB962C8B-B14F-4D97-AF65-F5344CB8AC3E}">
        <p14:creationId xmlns:p14="http://schemas.microsoft.com/office/powerpoint/2010/main" val="36447443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9CE36-6859-2FCE-1489-3F0C29EFBA10}"/>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D6255279-C53A-D6E5-94E2-FABDC7A0262A}"/>
              </a:ext>
            </a:extLst>
          </p:cNvPr>
          <p:cNvSpPr>
            <a:spLocks noGrp="1"/>
          </p:cNvSpPr>
          <p:nvPr>
            <p:ph type="title"/>
          </p:nvPr>
        </p:nvSpPr>
        <p:spPr>
          <a:xfrm>
            <a:off x="829278" y="225972"/>
            <a:ext cx="3932237" cy="531812"/>
          </a:xfrm>
        </p:spPr>
        <p:txBody>
          <a:bodyPr>
            <a:normAutofit fontScale="90000"/>
          </a:bodyPr>
          <a:lstStyle/>
          <a:p>
            <a:r>
              <a:rPr lang="es-419" b="1" dirty="0"/>
              <a:t>Ejercicio 1</a:t>
            </a:r>
            <a:endParaRPr lang="es-PE" b="1" dirty="0"/>
          </a:p>
        </p:txBody>
      </p:sp>
      <p:sp>
        <p:nvSpPr>
          <p:cNvPr id="7" name="Marcador de texto 6">
            <a:extLst>
              <a:ext uri="{FF2B5EF4-FFF2-40B4-BE49-F238E27FC236}">
                <a16:creationId xmlns:a16="http://schemas.microsoft.com/office/drawing/2014/main" id="{4EEEDE83-2EAA-C335-EE46-D0DA876B215B}"/>
              </a:ext>
            </a:extLst>
          </p:cNvPr>
          <p:cNvSpPr>
            <a:spLocks noGrp="1"/>
          </p:cNvSpPr>
          <p:nvPr>
            <p:ph type="body" sz="half" idx="2"/>
          </p:nvPr>
        </p:nvSpPr>
        <p:spPr>
          <a:xfrm>
            <a:off x="273269" y="989012"/>
            <a:ext cx="4876799" cy="2438549"/>
          </a:xfrm>
        </p:spPr>
        <p:txBody>
          <a:bodyPr/>
          <a:lstStyle/>
          <a:p>
            <a:r>
              <a:rPr lang="es-PE" dirty="0"/>
              <a:t>Cuando abres un archivo usando </a:t>
            </a:r>
            <a:r>
              <a:rPr lang="es-PE" dirty="0" err="1"/>
              <a:t>ifstream</a:t>
            </a:r>
            <a:r>
              <a:rPr lang="es-PE" dirty="0"/>
              <a:t> o </a:t>
            </a:r>
            <a:r>
              <a:rPr lang="es-PE" dirty="0" err="1"/>
              <a:t>fstream</a:t>
            </a:r>
            <a:r>
              <a:rPr lang="es-PE" dirty="0"/>
              <a:t>, puedes especificar modos de apertura con valores de la enumeración </a:t>
            </a:r>
            <a:r>
              <a:rPr lang="es-PE" dirty="0" err="1"/>
              <a:t>ios</a:t>
            </a:r>
            <a:r>
              <a:rPr lang="es-PE" dirty="0"/>
              <a:t>.</a:t>
            </a:r>
          </a:p>
          <a:p>
            <a:r>
              <a:rPr lang="es-PE" dirty="0"/>
              <a:t>Este código abre el archivo "datos.txt" en modo lectura, lo que significa:</a:t>
            </a:r>
          </a:p>
          <a:p>
            <a:pPr marL="285750" indent="-285750">
              <a:buFont typeface="Arial" panose="020B0604020202020204" pitchFamily="34" charset="0"/>
              <a:buChar char="•"/>
            </a:pPr>
            <a:r>
              <a:rPr lang="es-PE" dirty="0"/>
              <a:t>Solo puedes leer datos desde el archivo.</a:t>
            </a:r>
          </a:p>
          <a:p>
            <a:pPr marL="285750" indent="-285750">
              <a:buFont typeface="Arial" panose="020B0604020202020204" pitchFamily="34" charset="0"/>
              <a:buChar char="•"/>
            </a:pPr>
            <a:r>
              <a:rPr lang="es-PE" dirty="0"/>
              <a:t>Si el archivo no existe, la apertura fallará.</a:t>
            </a:r>
          </a:p>
          <a:p>
            <a:pPr marL="285750" indent="-285750">
              <a:buFont typeface="Arial" panose="020B0604020202020204" pitchFamily="34" charset="0"/>
              <a:buChar char="•"/>
            </a:pPr>
            <a:r>
              <a:rPr lang="es-PE" dirty="0"/>
              <a:t>No puedes escribir ni modificar su contenido.</a:t>
            </a:r>
          </a:p>
        </p:txBody>
      </p:sp>
      <mc:AlternateContent xmlns:mc="http://schemas.openxmlformats.org/markup-compatibility/2006" xmlns:p14="http://schemas.microsoft.com/office/powerpoint/2010/main">
        <mc:Choice Requires="p14">
          <p:contentPart p14:bwMode="auto" r:id="rId2">
            <p14:nvContentPartPr>
              <p14:cNvPr id="11" name="Entrada de lápiz 10">
                <a:extLst>
                  <a:ext uri="{FF2B5EF4-FFF2-40B4-BE49-F238E27FC236}">
                    <a16:creationId xmlns:a16="http://schemas.microsoft.com/office/drawing/2014/main" id="{AF7F1428-5CDB-D87A-A7BE-3FFA706A860B}"/>
                  </a:ext>
                </a:extLst>
              </p14:cNvPr>
              <p14:cNvContentPartPr/>
              <p14:nvPr/>
            </p14:nvContentPartPr>
            <p14:xfrm>
              <a:off x="3306567" y="4040138"/>
              <a:ext cx="360" cy="360"/>
            </p14:xfrm>
          </p:contentPart>
        </mc:Choice>
        <mc:Fallback xmlns="">
          <p:pic>
            <p:nvPicPr>
              <p:cNvPr id="11" name="Entrada de lápiz 10">
                <a:extLst>
                  <a:ext uri="{FF2B5EF4-FFF2-40B4-BE49-F238E27FC236}">
                    <a16:creationId xmlns:a16="http://schemas.microsoft.com/office/drawing/2014/main" id="{AF7F1428-5CDB-D87A-A7BE-3FFA706A860B}"/>
                  </a:ext>
                </a:extLst>
              </p:cNvPr>
              <p:cNvPicPr/>
              <p:nvPr/>
            </p:nvPicPr>
            <p:blipFill>
              <a:blip r:embed="rId3"/>
              <a:stretch>
                <a:fillRect/>
              </a:stretch>
            </p:blipFill>
            <p:spPr>
              <a:xfrm>
                <a:off x="3297567" y="4031138"/>
                <a:ext cx="18000" cy="18000"/>
              </a:xfrm>
              <a:prstGeom prst="rect">
                <a:avLst/>
              </a:prstGeom>
            </p:spPr>
          </p:pic>
        </mc:Fallback>
      </mc:AlternateContent>
      <p:pic>
        <p:nvPicPr>
          <p:cNvPr id="13" name="Imagen 12">
            <a:extLst>
              <a:ext uri="{FF2B5EF4-FFF2-40B4-BE49-F238E27FC236}">
                <a16:creationId xmlns:a16="http://schemas.microsoft.com/office/drawing/2014/main" id="{FA7969F0-7A81-FF0D-EDC6-082D8F4219C3}"/>
              </a:ext>
            </a:extLst>
          </p:cNvPr>
          <p:cNvPicPr>
            <a:picLocks noChangeAspect="1"/>
          </p:cNvPicPr>
          <p:nvPr/>
        </p:nvPicPr>
        <p:blipFill>
          <a:blip r:embed="rId4"/>
          <a:stretch>
            <a:fillRect/>
          </a:stretch>
        </p:blipFill>
        <p:spPr>
          <a:xfrm>
            <a:off x="389101" y="3427561"/>
            <a:ext cx="4627708" cy="2786426"/>
          </a:xfrm>
          <a:prstGeom prst="rect">
            <a:avLst/>
          </a:prstGeom>
        </p:spPr>
      </p:pic>
      <p:pic>
        <p:nvPicPr>
          <p:cNvPr id="15" name="Imagen 14">
            <a:extLst>
              <a:ext uri="{FF2B5EF4-FFF2-40B4-BE49-F238E27FC236}">
                <a16:creationId xmlns:a16="http://schemas.microsoft.com/office/drawing/2014/main" id="{41494569-FDC5-D116-FF95-FFE556E0E906}"/>
              </a:ext>
            </a:extLst>
          </p:cNvPr>
          <p:cNvPicPr>
            <a:picLocks noChangeAspect="1"/>
          </p:cNvPicPr>
          <p:nvPr/>
        </p:nvPicPr>
        <p:blipFill>
          <a:blip r:embed="rId5"/>
          <a:stretch>
            <a:fillRect/>
          </a:stretch>
        </p:blipFill>
        <p:spPr>
          <a:xfrm>
            <a:off x="168393" y="6333705"/>
            <a:ext cx="4846740" cy="205758"/>
          </a:xfrm>
          <a:prstGeom prst="rect">
            <a:avLst/>
          </a:prstGeom>
        </p:spPr>
      </p:pic>
      <p:pic>
        <p:nvPicPr>
          <p:cNvPr id="4" name="Imagen 3">
            <a:extLst>
              <a:ext uri="{FF2B5EF4-FFF2-40B4-BE49-F238E27FC236}">
                <a16:creationId xmlns:a16="http://schemas.microsoft.com/office/drawing/2014/main" id="{A48918B7-B28C-0B11-81DB-657162C81C58}"/>
              </a:ext>
            </a:extLst>
          </p:cNvPr>
          <p:cNvPicPr>
            <a:picLocks noChangeAspect="1"/>
          </p:cNvPicPr>
          <p:nvPr/>
        </p:nvPicPr>
        <p:blipFill>
          <a:blip r:embed="rId6"/>
          <a:stretch>
            <a:fillRect/>
          </a:stretch>
        </p:blipFill>
        <p:spPr>
          <a:xfrm>
            <a:off x="5180254" y="698227"/>
            <a:ext cx="6843353" cy="5738357"/>
          </a:xfrm>
          <a:prstGeom prst="rect">
            <a:avLst/>
          </a:prstGeom>
        </p:spPr>
      </p:pic>
    </p:spTree>
    <p:extLst>
      <p:ext uri="{BB962C8B-B14F-4D97-AF65-F5344CB8AC3E}">
        <p14:creationId xmlns:p14="http://schemas.microsoft.com/office/powerpoint/2010/main" val="29173519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C81222-1C69-C44F-4C1F-98E72C42B8F1}"/>
              </a:ext>
            </a:extLst>
          </p:cNvPr>
          <p:cNvSpPr>
            <a:spLocks noGrp="1"/>
          </p:cNvSpPr>
          <p:nvPr>
            <p:ph type="title"/>
          </p:nvPr>
        </p:nvSpPr>
        <p:spPr>
          <a:xfrm>
            <a:off x="170122" y="202020"/>
            <a:ext cx="4601904" cy="1855380"/>
          </a:xfrm>
        </p:spPr>
        <p:txBody>
          <a:bodyPr>
            <a:normAutofit/>
          </a:bodyPr>
          <a:lstStyle/>
          <a:p>
            <a:r>
              <a:rPr lang="es-PE" b="1" dirty="0"/>
              <a:t>Caso: costos mínimos de transporte o eventos escalonados en una secuencia de distancias.</a:t>
            </a:r>
          </a:p>
        </p:txBody>
      </p:sp>
      <p:pic>
        <p:nvPicPr>
          <p:cNvPr id="6" name="Marcador de contenido 5">
            <a:extLst>
              <a:ext uri="{FF2B5EF4-FFF2-40B4-BE49-F238E27FC236}">
                <a16:creationId xmlns:a16="http://schemas.microsoft.com/office/drawing/2014/main" id="{8C288383-E013-F584-5B69-9D10E79D9F3C}"/>
              </a:ext>
            </a:extLst>
          </p:cNvPr>
          <p:cNvPicPr>
            <a:picLocks noGrp="1" noChangeAspect="1"/>
          </p:cNvPicPr>
          <p:nvPr>
            <p:ph idx="1"/>
          </p:nvPr>
        </p:nvPicPr>
        <p:blipFill>
          <a:blip r:embed="rId2"/>
          <a:stretch>
            <a:fillRect/>
          </a:stretch>
        </p:blipFill>
        <p:spPr>
          <a:xfrm>
            <a:off x="5013059" y="389415"/>
            <a:ext cx="4229467" cy="1242168"/>
          </a:xfrm>
        </p:spPr>
      </p:pic>
      <p:sp>
        <p:nvSpPr>
          <p:cNvPr id="4" name="Marcador de texto 3">
            <a:extLst>
              <a:ext uri="{FF2B5EF4-FFF2-40B4-BE49-F238E27FC236}">
                <a16:creationId xmlns:a16="http://schemas.microsoft.com/office/drawing/2014/main" id="{2EE9D4E7-4C8E-76F8-695A-7AD1232AFF26}"/>
              </a:ext>
            </a:extLst>
          </p:cNvPr>
          <p:cNvSpPr>
            <a:spLocks noGrp="1"/>
          </p:cNvSpPr>
          <p:nvPr>
            <p:ph type="body" sz="half" idx="2"/>
          </p:nvPr>
        </p:nvSpPr>
        <p:spPr>
          <a:xfrm>
            <a:off x="170122" y="2057399"/>
            <a:ext cx="4601904" cy="4598581"/>
          </a:xfrm>
        </p:spPr>
        <p:txBody>
          <a:bodyPr/>
          <a:lstStyle/>
          <a:p>
            <a:r>
              <a:rPr lang="es-PE" dirty="0"/>
              <a:t>El programa lee datos desde un archivo, luego determina el costo mínimo para llegar al último punto desde un punto inicial k, eligiendo entre tres posibles tarifas, según la distancia recorrida entre puntos consecutivos.</a:t>
            </a:r>
          </a:p>
          <a:p>
            <a:r>
              <a:rPr lang="es-PE" b="1" dirty="0"/>
              <a:t>Archivos involucrados</a:t>
            </a:r>
          </a:p>
          <a:p>
            <a:r>
              <a:rPr lang="es-PE" b="1" dirty="0"/>
              <a:t>input.txt: </a:t>
            </a:r>
            <a:r>
              <a:rPr lang="es-PE" dirty="0"/>
              <a:t>contiene los datos de entrada.</a:t>
            </a:r>
          </a:p>
          <a:p>
            <a:r>
              <a:rPr lang="es-PE" b="1" dirty="0"/>
              <a:t>output.txt: </a:t>
            </a:r>
            <a:r>
              <a:rPr lang="es-PE" dirty="0"/>
              <a:t>se escribe en él el resultado (el costo mínimo final).</a:t>
            </a:r>
          </a:p>
          <a:p>
            <a:endParaRPr lang="es-PE" dirty="0"/>
          </a:p>
        </p:txBody>
      </p:sp>
      <p:pic>
        <p:nvPicPr>
          <p:cNvPr id="8" name="Imagen 7">
            <a:extLst>
              <a:ext uri="{FF2B5EF4-FFF2-40B4-BE49-F238E27FC236}">
                <a16:creationId xmlns:a16="http://schemas.microsoft.com/office/drawing/2014/main" id="{FAE38A1F-9A62-0112-8B35-FEFDA12B1CED}"/>
              </a:ext>
            </a:extLst>
          </p:cNvPr>
          <p:cNvPicPr>
            <a:picLocks noChangeAspect="1"/>
          </p:cNvPicPr>
          <p:nvPr/>
        </p:nvPicPr>
        <p:blipFill>
          <a:blip r:embed="rId3"/>
          <a:stretch>
            <a:fillRect/>
          </a:stretch>
        </p:blipFill>
        <p:spPr>
          <a:xfrm>
            <a:off x="4859303" y="1847343"/>
            <a:ext cx="3566469" cy="4808637"/>
          </a:xfrm>
          <a:prstGeom prst="rect">
            <a:avLst/>
          </a:prstGeom>
        </p:spPr>
      </p:pic>
      <p:pic>
        <p:nvPicPr>
          <p:cNvPr id="10" name="Imagen 9">
            <a:extLst>
              <a:ext uri="{FF2B5EF4-FFF2-40B4-BE49-F238E27FC236}">
                <a16:creationId xmlns:a16="http://schemas.microsoft.com/office/drawing/2014/main" id="{B7824566-8F49-7244-225F-ED6D70C139A3}"/>
              </a:ext>
            </a:extLst>
          </p:cNvPr>
          <p:cNvPicPr>
            <a:picLocks noChangeAspect="1"/>
          </p:cNvPicPr>
          <p:nvPr/>
        </p:nvPicPr>
        <p:blipFill>
          <a:blip r:embed="rId4"/>
          <a:stretch>
            <a:fillRect/>
          </a:stretch>
        </p:blipFill>
        <p:spPr>
          <a:xfrm>
            <a:off x="9455702" y="2133205"/>
            <a:ext cx="2021595" cy="4396693"/>
          </a:xfrm>
          <a:prstGeom prst="rect">
            <a:avLst/>
          </a:prstGeom>
        </p:spPr>
      </p:pic>
      <mc:AlternateContent xmlns:mc="http://schemas.openxmlformats.org/markup-compatibility/2006" xmlns:p14="http://schemas.microsoft.com/office/powerpoint/2010/main">
        <mc:Choice Requires="p14">
          <p:contentPart p14:bwMode="auto" r:id="rId5">
            <p14:nvContentPartPr>
              <p14:cNvPr id="11" name="Entrada de lápiz 10">
                <a:extLst>
                  <a:ext uri="{FF2B5EF4-FFF2-40B4-BE49-F238E27FC236}">
                    <a16:creationId xmlns:a16="http://schemas.microsoft.com/office/drawing/2014/main" id="{7AFC1952-F65B-DA4C-66D2-4CE557011C8C}"/>
                  </a:ext>
                </a:extLst>
              </p14:cNvPr>
              <p14:cNvContentPartPr/>
              <p14:nvPr/>
            </p14:nvContentPartPr>
            <p14:xfrm>
              <a:off x="6737214" y="3288588"/>
              <a:ext cx="2769480" cy="22320"/>
            </p14:xfrm>
          </p:contentPart>
        </mc:Choice>
        <mc:Fallback xmlns="">
          <p:pic>
            <p:nvPicPr>
              <p:cNvPr id="11" name="Entrada de lápiz 10">
                <a:extLst>
                  <a:ext uri="{FF2B5EF4-FFF2-40B4-BE49-F238E27FC236}">
                    <a16:creationId xmlns:a16="http://schemas.microsoft.com/office/drawing/2014/main" id="{7AFC1952-F65B-DA4C-66D2-4CE557011C8C}"/>
                  </a:ext>
                </a:extLst>
              </p:cNvPr>
              <p:cNvPicPr/>
              <p:nvPr/>
            </p:nvPicPr>
            <p:blipFill>
              <a:blip r:embed="rId6"/>
              <a:stretch>
                <a:fillRect/>
              </a:stretch>
            </p:blipFill>
            <p:spPr>
              <a:xfrm>
                <a:off x="6728214" y="3279588"/>
                <a:ext cx="278712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4" name="Entrada de lápiz 13">
                <a:extLst>
                  <a:ext uri="{FF2B5EF4-FFF2-40B4-BE49-F238E27FC236}">
                    <a16:creationId xmlns:a16="http://schemas.microsoft.com/office/drawing/2014/main" id="{552B3042-0BD8-F424-802F-E179ACC41406}"/>
                  </a:ext>
                </a:extLst>
              </p14:cNvPr>
              <p14:cNvContentPartPr/>
              <p14:nvPr/>
            </p14:nvContentPartPr>
            <p14:xfrm>
              <a:off x="6729654" y="3184188"/>
              <a:ext cx="239040" cy="257040"/>
            </p14:xfrm>
          </p:contentPart>
        </mc:Choice>
        <mc:Fallback xmlns="">
          <p:pic>
            <p:nvPicPr>
              <p:cNvPr id="14" name="Entrada de lápiz 13">
                <a:extLst>
                  <a:ext uri="{FF2B5EF4-FFF2-40B4-BE49-F238E27FC236}">
                    <a16:creationId xmlns:a16="http://schemas.microsoft.com/office/drawing/2014/main" id="{552B3042-0BD8-F424-802F-E179ACC41406}"/>
                  </a:ext>
                </a:extLst>
              </p:cNvPr>
              <p:cNvPicPr/>
              <p:nvPr/>
            </p:nvPicPr>
            <p:blipFill>
              <a:blip r:embed="rId8"/>
              <a:stretch>
                <a:fillRect/>
              </a:stretch>
            </p:blipFill>
            <p:spPr>
              <a:xfrm>
                <a:off x="6720654" y="3175548"/>
                <a:ext cx="256680" cy="2746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5" name="Entrada de lápiz 14">
                <a:extLst>
                  <a:ext uri="{FF2B5EF4-FFF2-40B4-BE49-F238E27FC236}">
                    <a16:creationId xmlns:a16="http://schemas.microsoft.com/office/drawing/2014/main" id="{A78896E1-D538-07BE-81D6-CA11BD4FE02E}"/>
                  </a:ext>
                </a:extLst>
              </p14:cNvPr>
              <p14:cNvContentPartPr/>
              <p14:nvPr/>
            </p14:nvContentPartPr>
            <p14:xfrm>
              <a:off x="6791214" y="3846588"/>
              <a:ext cx="2805120" cy="820440"/>
            </p14:xfrm>
          </p:contentPart>
        </mc:Choice>
        <mc:Fallback xmlns="">
          <p:pic>
            <p:nvPicPr>
              <p:cNvPr id="15" name="Entrada de lápiz 14">
                <a:extLst>
                  <a:ext uri="{FF2B5EF4-FFF2-40B4-BE49-F238E27FC236}">
                    <a16:creationId xmlns:a16="http://schemas.microsoft.com/office/drawing/2014/main" id="{A78896E1-D538-07BE-81D6-CA11BD4FE02E}"/>
                  </a:ext>
                </a:extLst>
              </p:cNvPr>
              <p:cNvPicPr/>
              <p:nvPr/>
            </p:nvPicPr>
            <p:blipFill>
              <a:blip r:embed="rId10"/>
              <a:stretch>
                <a:fillRect/>
              </a:stretch>
            </p:blipFill>
            <p:spPr>
              <a:xfrm>
                <a:off x="6782214" y="3837948"/>
                <a:ext cx="2822760" cy="8380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7" name="Entrada de lápiz 16">
                <a:extLst>
                  <a:ext uri="{FF2B5EF4-FFF2-40B4-BE49-F238E27FC236}">
                    <a16:creationId xmlns:a16="http://schemas.microsoft.com/office/drawing/2014/main" id="{8EA601CE-B6D9-A01E-F4FE-A9C8B68C3CAF}"/>
                  </a:ext>
                </a:extLst>
              </p14:cNvPr>
              <p14:cNvContentPartPr/>
              <p14:nvPr/>
            </p14:nvContentPartPr>
            <p14:xfrm>
              <a:off x="6768894" y="4498188"/>
              <a:ext cx="262440" cy="272880"/>
            </p14:xfrm>
          </p:contentPart>
        </mc:Choice>
        <mc:Fallback xmlns="">
          <p:pic>
            <p:nvPicPr>
              <p:cNvPr id="17" name="Entrada de lápiz 16">
                <a:extLst>
                  <a:ext uri="{FF2B5EF4-FFF2-40B4-BE49-F238E27FC236}">
                    <a16:creationId xmlns:a16="http://schemas.microsoft.com/office/drawing/2014/main" id="{8EA601CE-B6D9-A01E-F4FE-A9C8B68C3CAF}"/>
                  </a:ext>
                </a:extLst>
              </p:cNvPr>
              <p:cNvPicPr/>
              <p:nvPr/>
            </p:nvPicPr>
            <p:blipFill>
              <a:blip r:embed="rId12"/>
              <a:stretch>
                <a:fillRect/>
              </a:stretch>
            </p:blipFill>
            <p:spPr>
              <a:xfrm>
                <a:off x="6760254" y="4489188"/>
                <a:ext cx="280080" cy="290520"/>
              </a:xfrm>
              <a:prstGeom prst="rect">
                <a:avLst/>
              </a:prstGeom>
            </p:spPr>
          </p:pic>
        </mc:Fallback>
      </mc:AlternateContent>
      <p:grpSp>
        <p:nvGrpSpPr>
          <p:cNvPr id="36" name="Grupo 35">
            <a:extLst>
              <a:ext uri="{FF2B5EF4-FFF2-40B4-BE49-F238E27FC236}">
                <a16:creationId xmlns:a16="http://schemas.microsoft.com/office/drawing/2014/main" id="{DA820D06-A6D4-8BDA-65A5-31A291E6E9B5}"/>
              </a:ext>
            </a:extLst>
          </p:cNvPr>
          <p:cNvGrpSpPr/>
          <p:nvPr/>
        </p:nvGrpSpPr>
        <p:grpSpPr>
          <a:xfrm>
            <a:off x="10982694" y="5695908"/>
            <a:ext cx="274320" cy="228240"/>
            <a:chOff x="10982694" y="5695908"/>
            <a:chExt cx="274320" cy="228240"/>
          </a:xfrm>
        </p:grpSpPr>
        <mc:AlternateContent xmlns:mc="http://schemas.openxmlformats.org/markup-compatibility/2006" xmlns:p14="http://schemas.microsoft.com/office/powerpoint/2010/main">
          <mc:Choice Requires="p14">
            <p:contentPart p14:bwMode="auto" r:id="rId13">
              <p14:nvContentPartPr>
                <p14:cNvPr id="34" name="Entrada de lápiz 33">
                  <a:extLst>
                    <a:ext uri="{FF2B5EF4-FFF2-40B4-BE49-F238E27FC236}">
                      <a16:creationId xmlns:a16="http://schemas.microsoft.com/office/drawing/2014/main" id="{1F89C91C-3464-2E55-AEE2-18F21AF485D8}"/>
                    </a:ext>
                  </a:extLst>
                </p14:cNvPr>
                <p14:cNvContentPartPr/>
                <p14:nvPr/>
              </p14:nvContentPartPr>
              <p14:xfrm>
                <a:off x="10982694" y="5695908"/>
                <a:ext cx="147600" cy="140040"/>
              </p14:xfrm>
            </p:contentPart>
          </mc:Choice>
          <mc:Fallback xmlns="">
            <p:pic>
              <p:nvPicPr>
                <p:cNvPr id="34" name="Entrada de lápiz 33">
                  <a:extLst>
                    <a:ext uri="{FF2B5EF4-FFF2-40B4-BE49-F238E27FC236}">
                      <a16:creationId xmlns:a16="http://schemas.microsoft.com/office/drawing/2014/main" id="{1F89C91C-3464-2E55-AEE2-18F21AF485D8}"/>
                    </a:ext>
                  </a:extLst>
                </p:cNvPr>
                <p:cNvPicPr/>
                <p:nvPr/>
              </p:nvPicPr>
              <p:blipFill>
                <a:blip r:embed="rId14"/>
                <a:stretch>
                  <a:fillRect/>
                </a:stretch>
              </p:blipFill>
              <p:spPr>
                <a:xfrm>
                  <a:off x="10974054" y="5687268"/>
                  <a:ext cx="165240" cy="1576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35" name="Entrada de lápiz 34">
                  <a:extLst>
                    <a:ext uri="{FF2B5EF4-FFF2-40B4-BE49-F238E27FC236}">
                      <a16:creationId xmlns:a16="http://schemas.microsoft.com/office/drawing/2014/main" id="{D9879BFD-2091-6CEE-2F14-4AA2E20C3879}"/>
                    </a:ext>
                  </a:extLst>
                </p14:cNvPr>
                <p14:cNvContentPartPr/>
                <p14:nvPr/>
              </p14:nvContentPartPr>
              <p14:xfrm>
                <a:off x="11245854" y="5833068"/>
                <a:ext cx="11160" cy="91080"/>
              </p14:xfrm>
            </p:contentPart>
          </mc:Choice>
          <mc:Fallback xmlns="">
            <p:pic>
              <p:nvPicPr>
                <p:cNvPr id="35" name="Entrada de lápiz 34">
                  <a:extLst>
                    <a:ext uri="{FF2B5EF4-FFF2-40B4-BE49-F238E27FC236}">
                      <a16:creationId xmlns:a16="http://schemas.microsoft.com/office/drawing/2014/main" id="{D9879BFD-2091-6CEE-2F14-4AA2E20C3879}"/>
                    </a:ext>
                  </a:extLst>
                </p:cNvPr>
                <p:cNvPicPr/>
                <p:nvPr/>
              </p:nvPicPr>
              <p:blipFill>
                <a:blip r:embed="rId16"/>
                <a:stretch>
                  <a:fillRect/>
                </a:stretch>
              </p:blipFill>
              <p:spPr>
                <a:xfrm>
                  <a:off x="11236854" y="5824068"/>
                  <a:ext cx="28800" cy="108720"/>
                </a:xfrm>
                <a:prstGeom prst="rect">
                  <a:avLst/>
                </a:prstGeom>
              </p:spPr>
            </p:pic>
          </mc:Fallback>
        </mc:AlternateContent>
      </p:grpSp>
      <p:grpSp>
        <p:nvGrpSpPr>
          <p:cNvPr id="41" name="Grupo 40">
            <a:extLst>
              <a:ext uri="{FF2B5EF4-FFF2-40B4-BE49-F238E27FC236}">
                <a16:creationId xmlns:a16="http://schemas.microsoft.com/office/drawing/2014/main" id="{CF70CBD0-7FFF-6882-A678-49E9A75457B2}"/>
              </a:ext>
            </a:extLst>
          </p:cNvPr>
          <p:cNvGrpSpPr/>
          <p:nvPr/>
        </p:nvGrpSpPr>
        <p:grpSpPr>
          <a:xfrm>
            <a:off x="9312294" y="6053028"/>
            <a:ext cx="997920" cy="486000"/>
            <a:chOff x="9312294" y="6053028"/>
            <a:chExt cx="997920" cy="486000"/>
          </a:xfrm>
        </p:grpSpPr>
        <mc:AlternateContent xmlns:mc="http://schemas.openxmlformats.org/markup-compatibility/2006" xmlns:p14="http://schemas.microsoft.com/office/powerpoint/2010/main">
          <mc:Choice Requires="p14">
            <p:contentPart p14:bwMode="auto" r:id="rId17">
              <p14:nvContentPartPr>
                <p14:cNvPr id="29" name="Entrada de lápiz 28">
                  <a:extLst>
                    <a:ext uri="{FF2B5EF4-FFF2-40B4-BE49-F238E27FC236}">
                      <a16:creationId xmlns:a16="http://schemas.microsoft.com/office/drawing/2014/main" id="{D3AEAC18-4293-39FB-547E-AD9212EB5FD5}"/>
                    </a:ext>
                  </a:extLst>
                </p14:cNvPr>
                <p14:cNvContentPartPr/>
                <p14:nvPr/>
              </p14:nvContentPartPr>
              <p14:xfrm>
                <a:off x="9312294" y="6377388"/>
                <a:ext cx="31680" cy="161640"/>
              </p14:xfrm>
            </p:contentPart>
          </mc:Choice>
          <mc:Fallback xmlns="">
            <p:pic>
              <p:nvPicPr>
                <p:cNvPr id="29" name="Entrada de lápiz 28">
                  <a:extLst>
                    <a:ext uri="{FF2B5EF4-FFF2-40B4-BE49-F238E27FC236}">
                      <a16:creationId xmlns:a16="http://schemas.microsoft.com/office/drawing/2014/main" id="{D3AEAC18-4293-39FB-547E-AD9212EB5FD5}"/>
                    </a:ext>
                  </a:extLst>
                </p:cNvPr>
                <p:cNvPicPr/>
                <p:nvPr/>
              </p:nvPicPr>
              <p:blipFill>
                <a:blip r:embed="rId18"/>
                <a:stretch>
                  <a:fillRect/>
                </a:stretch>
              </p:blipFill>
              <p:spPr>
                <a:xfrm>
                  <a:off x="9303294" y="6368388"/>
                  <a:ext cx="49320" cy="17928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30" name="Entrada de lápiz 29">
                  <a:extLst>
                    <a:ext uri="{FF2B5EF4-FFF2-40B4-BE49-F238E27FC236}">
                      <a16:creationId xmlns:a16="http://schemas.microsoft.com/office/drawing/2014/main" id="{39B1FD4F-618C-D2C6-0B4F-8D7A64A577E3}"/>
                    </a:ext>
                  </a:extLst>
                </p14:cNvPr>
                <p14:cNvContentPartPr/>
                <p14:nvPr/>
              </p14:nvContentPartPr>
              <p14:xfrm>
                <a:off x="9345054" y="6400428"/>
                <a:ext cx="75600" cy="114120"/>
              </p14:xfrm>
            </p:contentPart>
          </mc:Choice>
          <mc:Fallback xmlns="">
            <p:pic>
              <p:nvPicPr>
                <p:cNvPr id="30" name="Entrada de lápiz 29">
                  <a:extLst>
                    <a:ext uri="{FF2B5EF4-FFF2-40B4-BE49-F238E27FC236}">
                      <a16:creationId xmlns:a16="http://schemas.microsoft.com/office/drawing/2014/main" id="{39B1FD4F-618C-D2C6-0B4F-8D7A64A577E3}"/>
                    </a:ext>
                  </a:extLst>
                </p:cNvPr>
                <p:cNvPicPr/>
                <p:nvPr/>
              </p:nvPicPr>
              <p:blipFill>
                <a:blip r:embed="rId20"/>
                <a:stretch>
                  <a:fillRect/>
                </a:stretch>
              </p:blipFill>
              <p:spPr>
                <a:xfrm>
                  <a:off x="9336414" y="6391788"/>
                  <a:ext cx="93240" cy="13176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31" name="Entrada de lápiz 30">
                  <a:extLst>
                    <a:ext uri="{FF2B5EF4-FFF2-40B4-BE49-F238E27FC236}">
                      <a16:creationId xmlns:a16="http://schemas.microsoft.com/office/drawing/2014/main" id="{C0157E67-3BC2-D0E8-B5E1-22EE17B40BE0}"/>
                    </a:ext>
                  </a:extLst>
                </p14:cNvPr>
                <p14:cNvContentPartPr/>
                <p14:nvPr/>
              </p14:nvContentPartPr>
              <p14:xfrm>
                <a:off x="9522174" y="6537588"/>
                <a:ext cx="71640" cy="360"/>
              </p14:xfrm>
            </p:contentPart>
          </mc:Choice>
          <mc:Fallback xmlns="">
            <p:pic>
              <p:nvPicPr>
                <p:cNvPr id="31" name="Entrada de lápiz 30">
                  <a:extLst>
                    <a:ext uri="{FF2B5EF4-FFF2-40B4-BE49-F238E27FC236}">
                      <a16:creationId xmlns:a16="http://schemas.microsoft.com/office/drawing/2014/main" id="{C0157E67-3BC2-D0E8-B5E1-22EE17B40BE0}"/>
                    </a:ext>
                  </a:extLst>
                </p:cNvPr>
                <p:cNvPicPr/>
                <p:nvPr/>
              </p:nvPicPr>
              <p:blipFill>
                <a:blip r:embed="rId22"/>
                <a:stretch>
                  <a:fillRect/>
                </a:stretch>
              </p:blipFill>
              <p:spPr>
                <a:xfrm>
                  <a:off x="9513534" y="6528588"/>
                  <a:ext cx="8928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32" name="Entrada de lápiz 31">
                  <a:extLst>
                    <a:ext uri="{FF2B5EF4-FFF2-40B4-BE49-F238E27FC236}">
                      <a16:creationId xmlns:a16="http://schemas.microsoft.com/office/drawing/2014/main" id="{4407B7C8-312B-3B26-B8D0-CC9E4AAEC644}"/>
                    </a:ext>
                  </a:extLst>
                </p14:cNvPr>
                <p14:cNvContentPartPr/>
                <p14:nvPr/>
              </p14:nvContentPartPr>
              <p14:xfrm>
                <a:off x="9532614" y="6474588"/>
                <a:ext cx="60840" cy="360"/>
              </p14:xfrm>
            </p:contentPart>
          </mc:Choice>
          <mc:Fallback xmlns="">
            <p:pic>
              <p:nvPicPr>
                <p:cNvPr id="32" name="Entrada de lápiz 31">
                  <a:extLst>
                    <a:ext uri="{FF2B5EF4-FFF2-40B4-BE49-F238E27FC236}">
                      <a16:creationId xmlns:a16="http://schemas.microsoft.com/office/drawing/2014/main" id="{4407B7C8-312B-3B26-B8D0-CC9E4AAEC644}"/>
                    </a:ext>
                  </a:extLst>
                </p:cNvPr>
                <p:cNvPicPr/>
                <p:nvPr/>
              </p:nvPicPr>
              <p:blipFill>
                <a:blip r:embed="rId24"/>
                <a:stretch>
                  <a:fillRect/>
                </a:stretch>
              </p:blipFill>
              <p:spPr>
                <a:xfrm>
                  <a:off x="9523974" y="6465588"/>
                  <a:ext cx="7848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37" name="Entrada de lápiz 36">
                  <a:extLst>
                    <a:ext uri="{FF2B5EF4-FFF2-40B4-BE49-F238E27FC236}">
                      <a16:creationId xmlns:a16="http://schemas.microsoft.com/office/drawing/2014/main" id="{956537C2-B9A0-3150-C7EE-FE08CAC89430}"/>
                    </a:ext>
                  </a:extLst>
                </p14:cNvPr>
                <p14:cNvContentPartPr/>
                <p14:nvPr/>
              </p14:nvContentPartPr>
              <p14:xfrm>
                <a:off x="9478614" y="6053028"/>
                <a:ext cx="168120" cy="168480"/>
              </p14:xfrm>
            </p:contentPart>
          </mc:Choice>
          <mc:Fallback xmlns="">
            <p:pic>
              <p:nvPicPr>
                <p:cNvPr id="37" name="Entrada de lápiz 36">
                  <a:extLst>
                    <a:ext uri="{FF2B5EF4-FFF2-40B4-BE49-F238E27FC236}">
                      <a16:creationId xmlns:a16="http://schemas.microsoft.com/office/drawing/2014/main" id="{956537C2-B9A0-3150-C7EE-FE08CAC89430}"/>
                    </a:ext>
                  </a:extLst>
                </p:cNvPr>
                <p:cNvPicPr/>
                <p:nvPr/>
              </p:nvPicPr>
              <p:blipFill>
                <a:blip r:embed="rId26"/>
                <a:stretch>
                  <a:fillRect/>
                </a:stretch>
              </p:blipFill>
              <p:spPr>
                <a:xfrm>
                  <a:off x="9469614" y="6044028"/>
                  <a:ext cx="185760" cy="18612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38" name="Entrada de lápiz 37">
                  <a:extLst>
                    <a:ext uri="{FF2B5EF4-FFF2-40B4-BE49-F238E27FC236}">
                      <a16:creationId xmlns:a16="http://schemas.microsoft.com/office/drawing/2014/main" id="{6C34C8BE-A112-97CA-E7F9-D3936FF8C01A}"/>
                    </a:ext>
                  </a:extLst>
                </p14:cNvPr>
                <p14:cNvContentPartPr/>
                <p14:nvPr/>
              </p14:nvContentPartPr>
              <p14:xfrm>
                <a:off x="9679854" y="6125028"/>
                <a:ext cx="157320" cy="87120"/>
              </p14:xfrm>
            </p:contentPart>
          </mc:Choice>
          <mc:Fallback xmlns="">
            <p:pic>
              <p:nvPicPr>
                <p:cNvPr id="38" name="Entrada de lápiz 37">
                  <a:extLst>
                    <a:ext uri="{FF2B5EF4-FFF2-40B4-BE49-F238E27FC236}">
                      <a16:creationId xmlns:a16="http://schemas.microsoft.com/office/drawing/2014/main" id="{6C34C8BE-A112-97CA-E7F9-D3936FF8C01A}"/>
                    </a:ext>
                  </a:extLst>
                </p:cNvPr>
                <p:cNvPicPr/>
                <p:nvPr/>
              </p:nvPicPr>
              <p:blipFill>
                <a:blip r:embed="rId28"/>
                <a:stretch>
                  <a:fillRect/>
                </a:stretch>
              </p:blipFill>
              <p:spPr>
                <a:xfrm>
                  <a:off x="9670854" y="6116388"/>
                  <a:ext cx="174960" cy="10476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39" name="Entrada de lápiz 38">
                  <a:extLst>
                    <a:ext uri="{FF2B5EF4-FFF2-40B4-BE49-F238E27FC236}">
                      <a16:creationId xmlns:a16="http://schemas.microsoft.com/office/drawing/2014/main" id="{8146FD4E-2A6E-47E0-AD4C-4846B0301671}"/>
                    </a:ext>
                  </a:extLst>
                </p14:cNvPr>
                <p14:cNvContentPartPr/>
                <p14:nvPr/>
              </p14:nvContentPartPr>
              <p14:xfrm>
                <a:off x="10034094" y="6104868"/>
                <a:ext cx="119160" cy="141480"/>
              </p14:xfrm>
            </p:contentPart>
          </mc:Choice>
          <mc:Fallback xmlns="">
            <p:pic>
              <p:nvPicPr>
                <p:cNvPr id="39" name="Entrada de lápiz 38">
                  <a:extLst>
                    <a:ext uri="{FF2B5EF4-FFF2-40B4-BE49-F238E27FC236}">
                      <a16:creationId xmlns:a16="http://schemas.microsoft.com/office/drawing/2014/main" id="{8146FD4E-2A6E-47E0-AD4C-4846B0301671}"/>
                    </a:ext>
                  </a:extLst>
                </p:cNvPr>
                <p:cNvPicPr/>
                <p:nvPr/>
              </p:nvPicPr>
              <p:blipFill>
                <a:blip r:embed="rId30"/>
                <a:stretch>
                  <a:fillRect/>
                </a:stretch>
              </p:blipFill>
              <p:spPr>
                <a:xfrm>
                  <a:off x="10025454" y="6096228"/>
                  <a:ext cx="136800" cy="15912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40" name="Entrada de lápiz 39">
                  <a:extLst>
                    <a:ext uri="{FF2B5EF4-FFF2-40B4-BE49-F238E27FC236}">
                      <a16:creationId xmlns:a16="http://schemas.microsoft.com/office/drawing/2014/main" id="{1547235A-56A9-54B9-8C48-E49E1546C55B}"/>
                    </a:ext>
                  </a:extLst>
                </p14:cNvPr>
                <p14:cNvContentPartPr/>
                <p14:nvPr/>
              </p14:nvContentPartPr>
              <p14:xfrm>
                <a:off x="10123014" y="6189828"/>
                <a:ext cx="187200" cy="161640"/>
              </p14:xfrm>
            </p:contentPart>
          </mc:Choice>
          <mc:Fallback xmlns="">
            <p:pic>
              <p:nvPicPr>
                <p:cNvPr id="40" name="Entrada de lápiz 39">
                  <a:extLst>
                    <a:ext uri="{FF2B5EF4-FFF2-40B4-BE49-F238E27FC236}">
                      <a16:creationId xmlns:a16="http://schemas.microsoft.com/office/drawing/2014/main" id="{1547235A-56A9-54B9-8C48-E49E1546C55B}"/>
                    </a:ext>
                  </a:extLst>
                </p:cNvPr>
                <p:cNvPicPr/>
                <p:nvPr/>
              </p:nvPicPr>
              <p:blipFill>
                <a:blip r:embed="rId32"/>
                <a:stretch>
                  <a:fillRect/>
                </a:stretch>
              </p:blipFill>
              <p:spPr>
                <a:xfrm>
                  <a:off x="10114014" y="6180828"/>
                  <a:ext cx="204840" cy="179280"/>
                </a:xfrm>
                <a:prstGeom prst="rect">
                  <a:avLst/>
                </a:prstGeom>
              </p:spPr>
            </p:pic>
          </mc:Fallback>
        </mc:AlternateContent>
      </p:grpSp>
      <p:grpSp>
        <p:nvGrpSpPr>
          <p:cNvPr id="51" name="Grupo 50">
            <a:extLst>
              <a:ext uri="{FF2B5EF4-FFF2-40B4-BE49-F238E27FC236}">
                <a16:creationId xmlns:a16="http://schemas.microsoft.com/office/drawing/2014/main" id="{6A7D99E4-860D-54A1-AE0E-42ECB801F736}"/>
              </a:ext>
            </a:extLst>
          </p:cNvPr>
          <p:cNvGrpSpPr/>
          <p:nvPr/>
        </p:nvGrpSpPr>
        <p:grpSpPr>
          <a:xfrm>
            <a:off x="9627654" y="5715348"/>
            <a:ext cx="200880" cy="152640"/>
            <a:chOff x="9627654" y="5715348"/>
            <a:chExt cx="200880" cy="152640"/>
          </a:xfrm>
        </p:grpSpPr>
        <mc:AlternateContent xmlns:mc="http://schemas.openxmlformats.org/markup-compatibility/2006" xmlns:p14="http://schemas.microsoft.com/office/powerpoint/2010/main">
          <mc:Choice Requires="p14">
            <p:contentPart p14:bwMode="auto" r:id="rId33">
              <p14:nvContentPartPr>
                <p14:cNvPr id="42" name="Entrada de lápiz 41">
                  <a:extLst>
                    <a:ext uri="{FF2B5EF4-FFF2-40B4-BE49-F238E27FC236}">
                      <a16:creationId xmlns:a16="http://schemas.microsoft.com/office/drawing/2014/main" id="{671172F9-2144-4FE3-FAB0-834093C17A96}"/>
                    </a:ext>
                  </a:extLst>
                </p14:cNvPr>
                <p14:cNvContentPartPr/>
                <p14:nvPr/>
              </p14:nvContentPartPr>
              <p14:xfrm>
                <a:off x="9627654" y="5715348"/>
                <a:ext cx="82440" cy="51480"/>
              </p14:xfrm>
            </p:contentPart>
          </mc:Choice>
          <mc:Fallback xmlns="">
            <p:pic>
              <p:nvPicPr>
                <p:cNvPr id="42" name="Entrada de lápiz 41">
                  <a:extLst>
                    <a:ext uri="{FF2B5EF4-FFF2-40B4-BE49-F238E27FC236}">
                      <a16:creationId xmlns:a16="http://schemas.microsoft.com/office/drawing/2014/main" id="{671172F9-2144-4FE3-FAB0-834093C17A96}"/>
                    </a:ext>
                  </a:extLst>
                </p:cNvPr>
                <p:cNvPicPr/>
                <p:nvPr/>
              </p:nvPicPr>
              <p:blipFill>
                <a:blip r:embed="rId34"/>
                <a:stretch>
                  <a:fillRect/>
                </a:stretch>
              </p:blipFill>
              <p:spPr>
                <a:xfrm>
                  <a:off x="9618654" y="5706708"/>
                  <a:ext cx="100080" cy="6912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43" name="Entrada de lápiz 42">
                  <a:extLst>
                    <a:ext uri="{FF2B5EF4-FFF2-40B4-BE49-F238E27FC236}">
                      <a16:creationId xmlns:a16="http://schemas.microsoft.com/office/drawing/2014/main" id="{4B1DE703-E117-3234-04F8-38484EC3C4AB}"/>
                    </a:ext>
                  </a:extLst>
                </p14:cNvPr>
                <p14:cNvContentPartPr/>
                <p14:nvPr/>
              </p14:nvContentPartPr>
              <p14:xfrm>
                <a:off x="9671574" y="5738388"/>
                <a:ext cx="8640" cy="129600"/>
              </p14:xfrm>
            </p:contentPart>
          </mc:Choice>
          <mc:Fallback xmlns="">
            <p:pic>
              <p:nvPicPr>
                <p:cNvPr id="43" name="Entrada de lápiz 42">
                  <a:extLst>
                    <a:ext uri="{FF2B5EF4-FFF2-40B4-BE49-F238E27FC236}">
                      <a16:creationId xmlns:a16="http://schemas.microsoft.com/office/drawing/2014/main" id="{4B1DE703-E117-3234-04F8-38484EC3C4AB}"/>
                    </a:ext>
                  </a:extLst>
                </p:cNvPr>
                <p:cNvPicPr/>
                <p:nvPr/>
              </p:nvPicPr>
              <p:blipFill>
                <a:blip r:embed="rId36"/>
                <a:stretch>
                  <a:fillRect/>
                </a:stretch>
              </p:blipFill>
              <p:spPr>
                <a:xfrm>
                  <a:off x="9662574" y="5729748"/>
                  <a:ext cx="26280" cy="14724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44" name="Entrada de lápiz 43">
                  <a:extLst>
                    <a:ext uri="{FF2B5EF4-FFF2-40B4-BE49-F238E27FC236}">
                      <a16:creationId xmlns:a16="http://schemas.microsoft.com/office/drawing/2014/main" id="{039B9B3D-EE37-C67D-D1DF-1D8D13A96571}"/>
                    </a:ext>
                  </a:extLst>
                </p14:cNvPr>
                <p14:cNvContentPartPr/>
                <p14:nvPr/>
              </p14:nvContentPartPr>
              <p14:xfrm>
                <a:off x="9795414" y="5723988"/>
                <a:ext cx="33120" cy="71280"/>
              </p14:xfrm>
            </p:contentPart>
          </mc:Choice>
          <mc:Fallback xmlns="">
            <p:pic>
              <p:nvPicPr>
                <p:cNvPr id="44" name="Entrada de lápiz 43">
                  <a:extLst>
                    <a:ext uri="{FF2B5EF4-FFF2-40B4-BE49-F238E27FC236}">
                      <a16:creationId xmlns:a16="http://schemas.microsoft.com/office/drawing/2014/main" id="{039B9B3D-EE37-C67D-D1DF-1D8D13A96571}"/>
                    </a:ext>
                  </a:extLst>
                </p:cNvPr>
                <p:cNvPicPr/>
                <p:nvPr/>
              </p:nvPicPr>
              <p:blipFill>
                <a:blip r:embed="rId38"/>
                <a:stretch>
                  <a:fillRect/>
                </a:stretch>
              </p:blipFill>
              <p:spPr>
                <a:xfrm>
                  <a:off x="9786414" y="5714988"/>
                  <a:ext cx="50760" cy="88920"/>
                </a:xfrm>
                <a:prstGeom prst="rect">
                  <a:avLst/>
                </a:prstGeom>
              </p:spPr>
            </p:pic>
          </mc:Fallback>
        </mc:AlternateContent>
      </p:grpSp>
      <p:grpSp>
        <p:nvGrpSpPr>
          <p:cNvPr id="50" name="Grupo 49">
            <a:extLst>
              <a:ext uri="{FF2B5EF4-FFF2-40B4-BE49-F238E27FC236}">
                <a16:creationId xmlns:a16="http://schemas.microsoft.com/office/drawing/2014/main" id="{5B0CED30-813E-ED70-0928-891D8CFB4D17}"/>
              </a:ext>
            </a:extLst>
          </p:cNvPr>
          <p:cNvGrpSpPr/>
          <p:nvPr/>
        </p:nvGrpSpPr>
        <p:grpSpPr>
          <a:xfrm>
            <a:off x="10268094" y="5642628"/>
            <a:ext cx="648360" cy="319320"/>
            <a:chOff x="10268094" y="5642628"/>
            <a:chExt cx="648360" cy="319320"/>
          </a:xfrm>
        </p:grpSpPr>
        <mc:AlternateContent xmlns:mc="http://schemas.openxmlformats.org/markup-compatibility/2006" xmlns:p14="http://schemas.microsoft.com/office/powerpoint/2010/main">
          <mc:Choice Requires="p14">
            <p:contentPart p14:bwMode="auto" r:id="rId39">
              <p14:nvContentPartPr>
                <p14:cNvPr id="45" name="Entrada de lápiz 44">
                  <a:extLst>
                    <a:ext uri="{FF2B5EF4-FFF2-40B4-BE49-F238E27FC236}">
                      <a16:creationId xmlns:a16="http://schemas.microsoft.com/office/drawing/2014/main" id="{8D400EBC-9BB7-0CE6-5D79-8630C6E20A4A}"/>
                    </a:ext>
                  </a:extLst>
                </p14:cNvPr>
                <p14:cNvContentPartPr/>
                <p14:nvPr/>
              </p14:nvContentPartPr>
              <p14:xfrm>
                <a:off x="10268094" y="5642628"/>
                <a:ext cx="104400" cy="151560"/>
              </p14:xfrm>
            </p:contentPart>
          </mc:Choice>
          <mc:Fallback xmlns="">
            <p:pic>
              <p:nvPicPr>
                <p:cNvPr id="45" name="Entrada de lápiz 44">
                  <a:extLst>
                    <a:ext uri="{FF2B5EF4-FFF2-40B4-BE49-F238E27FC236}">
                      <a16:creationId xmlns:a16="http://schemas.microsoft.com/office/drawing/2014/main" id="{8D400EBC-9BB7-0CE6-5D79-8630C6E20A4A}"/>
                    </a:ext>
                  </a:extLst>
                </p:cNvPr>
                <p:cNvPicPr/>
                <p:nvPr/>
              </p:nvPicPr>
              <p:blipFill>
                <a:blip r:embed="rId40"/>
                <a:stretch>
                  <a:fillRect/>
                </a:stretch>
              </p:blipFill>
              <p:spPr>
                <a:xfrm>
                  <a:off x="10259094" y="5633628"/>
                  <a:ext cx="122040" cy="1692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46" name="Entrada de lápiz 45">
                  <a:extLst>
                    <a:ext uri="{FF2B5EF4-FFF2-40B4-BE49-F238E27FC236}">
                      <a16:creationId xmlns:a16="http://schemas.microsoft.com/office/drawing/2014/main" id="{6BA94B50-DDFA-E1F6-CC73-AADC72B4BCD3}"/>
                    </a:ext>
                  </a:extLst>
                </p14:cNvPr>
                <p14:cNvContentPartPr/>
                <p14:nvPr/>
              </p14:nvContentPartPr>
              <p14:xfrm>
                <a:off x="10352334" y="5769708"/>
                <a:ext cx="167040" cy="140040"/>
              </p14:xfrm>
            </p:contentPart>
          </mc:Choice>
          <mc:Fallback xmlns="">
            <p:pic>
              <p:nvPicPr>
                <p:cNvPr id="46" name="Entrada de lápiz 45">
                  <a:extLst>
                    <a:ext uri="{FF2B5EF4-FFF2-40B4-BE49-F238E27FC236}">
                      <a16:creationId xmlns:a16="http://schemas.microsoft.com/office/drawing/2014/main" id="{6BA94B50-DDFA-E1F6-CC73-AADC72B4BCD3}"/>
                    </a:ext>
                  </a:extLst>
                </p:cNvPr>
                <p:cNvPicPr/>
                <p:nvPr/>
              </p:nvPicPr>
              <p:blipFill>
                <a:blip r:embed="rId42"/>
                <a:stretch>
                  <a:fillRect/>
                </a:stretch>
              </p:blipFill>
              <p:spPr>
                <a:xfrm>
                  <a:off x="10343694" y="5761068"/>
                  <a:ext cx="184680" cy="15768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47" name="Entrada de lápiz 46">
                  <a:extLst>
                    <a:ext uri="{FF2B5EF4-FFF2-40B4-BE49-F238E27FC236}">
                      <a16:creationId xmlns:a16="http://schemas.microsoft.com/office/drawing/2014/main" id="{FB641A00-7206-0668-3EC8-5087885B19C1}"/>
                    </a:ext>
                  </a:extLst>
                </p14:cNvPr>
                <p14:cNvContentPartPr/>
                <p14:nvPr/>
              </p14:nvContentPartPr>
              <p14:xfrm>
                <a:off x="10667694" y="5662788"/>
                <a:ext cx="102600" cy="140400"/>
              </p14:xfrm>
            </p:contentPart>
          </mc:Choice>
          <mc:Fallback xmlns="">
            <p:pic>
              <p:nvPicPr>
                <p:cNvPr id="47" name="Entrada de lápiz 46">
                  <a:extLst>
                    <a:ext uri="{FF2B5EF4-FFF2-40B4-BE49-F238E27FC236}">
                      <a16:creationId xmlns:a16="http://schemas.microsoft.com/office/drawing/2014/main" id="{FB641A00-7206-0668-3EC8-5087885B19C1}"/>
                    </a:ext>
                  </a:extLst>
                </p:cNvPr>
                <p:cNvPicPr/>
                <p:nvPr/>
              </p:nvPicPr>
              <p:blipFill>
                <a:blip r:embed="rId44"/>
                <a:stretch>
                  <a:fillRect/>
                </a:stretch>
              </p:blipFill>
              <p:spPr>
                <a:xfrm>
                  <a:off x="10659054" y="5654148"/>
                  <a:ext cx="120240" cy="15804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48" name="Entrada de lápiz 47">
                  <a:extLst>
                    <a:ext uri="{FF2B5EF4-FFF2-40B4-BE49-F238E27FC236}">
                      <a16:creationId xmlns:a16="http://schemas.microsoft.com/office/drawing/2014/main" id="{E64511C2-F77A-B118-1C03-F5A8DC5C049B}"/>
                    </a:ext>
                  </a:extLst>
                </p14:cNvPr>
                <p14:cNvContentPartPr/>
                <p14:nvPr/>
              </p14:nvContentPartPr>
              <p14:xfrm>
                <a:off x="10773174" y="5748828"/>
                <a:ext cx="143280" cy="213120"/>
              </p14:xfrm>
            </p:contentPart>
          </mc:Choice>
          <mc:Fallback xmlns="">
            <p:pic>
              <p:nvPicPr>
                <p:cNvPr id="48" name="Entrada de lápiz 47">
                  <a:extLst>
                    <a:ext uri="{FF2B5EF4-FFF2-40B4-BE49-F238E27FC236}">
                      <a16:creationId xmlns:a16="http://schemas.microsoft.com/office/drawing/2014/main" id="{E64511C2-F77A-B118-1C03-F5A8DC5C049B}"/>
                    </a:ext>
                  </a:extLst>
                </p:cNvPr>
                <p:cNvPicPr/>
                <p:nvPr/>
              </p:nvPicPr>
              <p:blipFill>
                <a:blip r:embed="rId46"/>
                <a:stretch>
                  <a:fillRect/>
                </a:stretch>
              </p:blipFill>
              <p:spPr>
                <a:xfrm>
                  <a:off x="10764174" y="5740188"/>
                  <a:ext cx="160920" cy="230760"/>
                </a:xfrm>
                <a:prstGeom prst="rect">
                  <a:avLst/>
                </a:prstGeom>
              </p:spPr>
            </p:pic>
          </mc:Fallback>
        </mc:AlternateContent>
      </p:grpSp>
    </p:spTree>
    <p:extLst>
      <p:ext uri="{BB962C8B-B14F-4D97-AF65-F5344CB8AC3E}">
        <p14:creationId xmlns:p14="http://schemas.microsoft.com/office/powerpoint/2010/main" val="818754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25F02C6-25A6-925B-C876-9361ED830271}"/>
              </a:ext>
            </a:extLst>
          </p:cNvPr>
          <p:cNvSpPr>
            <a:spLocks noGrp="1"/>
          </p:cNvSpPr>
          <p:nvPr>
            <p:ph type="title"/>
          </p:nvPr>
        </p:nvSpPr>
        <p:spPr>
          <a:xfrm>
            <a:off x="917759" y="296427"/>
            <a:ext cx="3932237" cy="648119"/>
          </a:xfrm>
        </p:spPr>
        <p:txBody>
          <a:bodyPr/>
          <a:lstStyle/>
          <a:p>
            <a:r>
              <a:rPr lang="es-419" b="1" dirty="0"/>
              <a:t>Asignación dinámica</a:t>
            </a:r>
            <a:endParaRPr lang="es-PE" b="1" dirty="0"/>
          </a:p>
        </p:txBody>
      </p:sp>
      <p:pic>
        <p:nvPicPr>
          <p:cNvPr id="6" name="Marcador de contenido 5">
            <a:extLst>
              <a:ext uri="{FF2B5EF4-FFF2-40B4-BE49-F238E27FC236}">
                <a16:creationId xmlns:a16="http://schemas.microsoft.com/office/drawing/2014/main" id="{3637D406-3AD3-BF3F-CAC5-C42966E75BA6}"/>
              </a:ext>
            </a:extLst>
          </p:cNvPr>
          <p:cNvPicPr>
            <a:picLocks noGrp="1" noChangeAspect="1"/>
          </p:cNvPicPr>
          <p:nvPr>
            <p:ph idx="1"/>
          </p:nvPr>
        </p:nvPicPr>
        <p:blipFill>
          <a:blip r:embed="rId2"/>
          <a:stretch>
            <a:fillRect/>
          </a:stretch>
        </p:blipFill>
        <p:spPr>
          <a:xfrm>
            <a:off x="5992152" y="127819"/>
            <a:ext cx="6096677" cy="6524190"/>
          </a:xfrm>
        </p:spPr>
      </p:pic>
      <p:sp>
        <p:nvSpPr>
          <p:cNvPr id="4" name="Marcador de texto 3">
            <a:extLst>
              <a:ext uri="{FF2B5EF4-FFF2-40B4-BE49-F238E27FC236}">
                <a16:creationId xmlns:a16="http://schemas.microsoft.com/office/drawing/2014/main" id="{948646BD-F7B7-20F0-FCDA-C2190503B971}"/>
              </a:ext>
            </a:extLst>
          </p:cNvPr>
          <p:cNvSpPr>
            <a:spLocks noGrp="1"/>
          </p:cNvSpPr>
          <p:nvPr>
            <p:ph type="body" sz="half" idx="2"/>
          </p:nvPr>
        </p:nvSpPr>
        <p:spPr>
          <a:xfrm>
            <a:off x="200968" y="1105319"/>
            <a:ext cx="5365820" cy="5546690"/>
          </a:xfrm>
        </p:spPr>
        <p:txBody>
          <a:bodyPr>
            <a:normAutofit/>
          </a:bodyPr>
          <a:lstStyle/>
          <a:p>
            <a:r>
              <a:rPr lang="es-PE" sz="2000" dirty="0">
                <a:latin typeface="+mj-lt"/>
              </a:rPr>
              <a:t>Los arreglos en C++ tienen tamaño fijo una vez creados. No puedes hacer </a:t>
            </a:r>
            <a:r>
              <a:rPr lang="es-PE" sz="2000" dirty="0" err="1">
                <a:latin typeface="+mj-lt"/>
              </a:rPr>
              <a:t>realloc</a:t>
            </a:r>
            <a:r>
              <a:rPr lang="es-PE" sz="2000" dirty="0">
                <a:latin typeface="+mj-lt"/>
              </a:rPr>
              <a:t>() como en C, ni </a:t>
            </a:r>
            <a:r>
              <a:rPr lang="es-PE" sz="2000" dirty="0" err="1">
                <a:latin typeface="+mj-lt"/>
              </a:rPr>
              <a:t>append</a:t>
            </a:r>
            <a:r>
              <a:rPr lang="es-PE" sz="2000" dirty="0">
                <a:latin typeface="+mj-lt"/>
              </a:rPr>
              <a:t>() como en Python o </a:t>
            </a:r>
            <a:r>
              <a:rPr lang="es-PE" sz="2000" dirty="0" err="1">
                <a:latin typeface="+mj-lt"/>
              </a:rPr>
              <a:t>push_back</a:t>
            </a:r>
            <a:r>
              <a:rPr lang="es-PE" sz="2000" dirty="0">
                <a:latin typeface="+mj-lt"/>
              </a:rPr>
              <a:t>() como en </a:t>
            </a:r>
            <a:r>
              <a:rPr lang="es-PE" sz="2000" dirty="0" err="1">
                <a:latin typeface="+mj-lt"/>
              </a:rPr>
              <a:t>std</a:t>
            </a:r>
            <a:r>
              <a:rPr lang="es-PE" sz="2000" dirty="0">
                <a:latin typeface="+mj-lt"/>
              </a:rPr>
              <a:t>::vector.</a:t>
            </a:r>
          </a:p>
          <a:p>
            <a:r>
              <a:rPr lang="es-PE" sz="2000" dirty="0">
                <a:latin typeface="+mj-lt"/>
              </a:rPr>
              <a:t>Entonces, para agregar un nuevo elemento:</a:t>
            </a:r>
          </a:p>
          <a:p>
            <a:pPr marL="342900" indent="-342900">
              <a:buFont typeface="+mj-lt"/>
              <a:buAutoNum type="arabicPeriod"/>
            </a:pPr>
            <a:r>
              <a:rPr lang="es-PE" sz="2000" dirty="0">
                <a:latin typeface="+mj-lt"/>
              </a:rPr>
              <a:t>Se crea un nuevo arreglo con espacio para uno más.</a:t>
            </a:r>
          </a:p>
          <a:p>
            <a:pPr marL="342900" indent="-342900">
              <a:buFont typeface="+mj-lt"/>
              <a:buAutoNum type="arabicPeriod"/>
            </a:pPr>
            <a:r>
              <a:rPr lang="es-PE" sz="2000" dirty="0">
                <a:latin typeface="+mj-lt"/>
              </a:rPr>
              <a:t>Se copian todos los elementos anteriores.</a:t>
            </a:r>
          </a:p>
          <a:p>
            <a:pPr marL="342900" indent="-342900">
              <a:buFont typeface="+mj-lt"/>
              <a:buAutoNum type="arabicPeriod"/>
            </a:pPr>
            <a:r>
              <a:rPr lang="es-PE" sz="2000" dirty="0">
                <a:latin typeface="+mj-lt"/>
              </a:rPr>
              <a:t>Se agrega el nuevo.</a:t>
            </a:r>
          </a:p>
          <a:p>
            <a:pPr marL="342900" indent="-342900">
              <a:buFont typeface="+mj-lt"/>
              <a:buAutoNum type="arabicPeriod"/>
            </a:pPr>
            <a:r>
              <a:rPr lang="es-PE" sz="2000" dirty="0">
                <a:latin typeface="+mj-lt"/>
              </a:rPr>
              <a:t>Se elimina el arreglo anterior para evitar fuga de memoria.</a:t>
            </a:r>
          </a:p>
          <a:p>
            <a:pPr marL="342900" indent="-342900">
              <a:buFont typeface="+mj-lt"/>
              <a:buAutoNum type="arabicPeriod"/>
            </a:pPr>
            <a:r>
              <a:rPr lang="es-PE" sz="2000" dirty="0">
                <a:latin typeface="+mj-lt"/>
              </a:rPr>
              <a:t>Se actualiza el puntero original (V).</a:t>
            </a:r>
          </a:p>
        </p:txBody>
      </p:sp>
      <p:grpSp>
        <p:nvGrpSpPr>
          <p:cNvPr id="9" name="Grupo 8">
            <a:extLst>
              <a:ext uri="{FF2B5EF4-FFF2-40B4-BE49-F238E27FC236}">
                <a16:creationId xmlns:a16="http://schemas.microsoft.com/office/drawing/2014/main" id="{AFFFCE38-8E2E-47B2-9C47-5D6288819B2C}"/>
              </a:ext>
            </a:extLst>
          </p:cNvPr>
          <p:cNvGrpSpPr/>
          <p:nvPr/>
        </p:nvGrpSpPr>
        <p:grpSpPr>
          <a:xfrm>
            <a:off x="9478057" y="835428"/>
            <a:ext cx="1013040" cy="327600"/>
            <a:chOff x="9478057" y="835428"/>
            <a:chExt cx="1013040" cy="327600"/>
          </a:xfrm>
        </p:grpSpPr>
        <mc:AlternateContent xmlns:mc="http://schemas.openxmlformats.org/markup-compatibility/2006" xmlns:p14="http://schemas.microsoft.com/office/powerpoint/2010/main">
          <mc:Choice Requires="p14">
            <p:contentPart p14:bwMode="auto" r:id="rId3">
              <p14:nvContentPartPr>
                <p14:cNvPr id="7" name="Entrada de lápiz 6">
                  <a:extLst>
                    <a:ext uri="{FF2B5EF4-FFF2-40B4-BE49-F238E27FC236}">
                      <a16:creationId xmlns:a16="http://schemas.microsoft.com/office/drawing/2014/main" id="{1D0AA36C-B2E0-A796-C9EF-25DF341D9F5A}"/>
                    </a:ext>
                  </a:extLst>
                </p14:cNvPr>
                <p14:cNvContentPartPr/>
                <p14:nvPr/>
              </p14:nvContentPartPr>
              <p14:xfrm>
                <a:off x="9610537" y="835428"/>
                <a:ext cx="880560" cy="327600"/>
              </p14:xfrm>
            </p:contentPart>
          </mc:Choice>
          <mc:Fallback xmlns="">
            <p:pic>
              <p:nvPicPr>
                <p:cNvPr id="7" name="Entrada de lápiz 6">
                  <a:extLst>
                    <a:ext uri="{FF2B5EF4-FFF2-40B4-BE49-F238E27FC236}">
                      <a16:creationId xmlns:a16="http://schemas.microsoft.com/office/drawing/2014/main" id="{1D0AA36C-B2E0-A796-C9EF-25DF341D9F5A}"/>
                    </a:ext>
                  </a:extLst>
                </p:cNvPr>
                <p:cNvPicPr/>
                <p:nvPr/>
              </p:nvPicPr>
              <p:blipFill>
                <a:blip r:embed="rId4"/>
                <a:stretch>
                  <a:fillRect/>
                </a:stretch>
              </p:blipFill>
              <p:spPr>
                <a:xfrm>
                  <a:off x="9601537" y="826428"/>
                  <a:ext cx="898200" cy="3452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8" name="Entrada de lápiz 7">
                  <a:extLst>
                    <a:ext uri="{FF2B5EF4-FFF2-40B4-BE49-F238E27FC236}">
                      <a16:creationId xmlns:a16="http://schemas.microsoft.com/office/drawing/2014/main" id="{74F9BAE3-DDF0-EF93-C251-3B6F1E301CB0}"/>
                    </a:ext>
                  </a:extLst>
                </p14:cNvPr>
                <p14:cNvContentPartPr/>
                <p14:nvPr/>
              </p14:nvContentPartPr>
              <p14:xfrm>
                <a:off x="9478057" y="912108"/>
                <a:ext cx="249480" cy="90720"/>
              </p14:xfrm>
            </p:contentPart>
          </mc:Choice>
          <mc:Fallback xmlns="">
            <p:pic>
              <p:nvPicPr>
                <p:cNvPr id="8" name="Entrada de lápiz 7">
                  <a:extLst>
                    <a:ext uri="{FF2B5EF4-FFF2-40B4-BE49-F238E27FC236}">
                      <a16:creationId xmlns:a16="http://schemas.microsoft.com/office/drawing/2014/main" id="{74F9BAE3-DDF0-EF93-C251-3B6F1E301CB0}"/>
                    </a:ext>
                  </a:extLst>
                </p:cNvPr>
                <p:cNvPicPr/>
                <p:nvPr/>
              </p:nvPicPr>
              <p:blipFill>
                <a:blip r:embed="rId6"/>
                <a:stretch>
                  <a:fillRect/>
                </a:stretch>
              </p:blipFill>
              <p:spPr>
                <a:xfrm>
                  <a:off x="9469417" y="903468"/>
                  <a:ext cx="267120" cy="108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
            <p14:nvContentPartPr>
              <p14:cNvPr id="14" name="Entrada de lápiz 13">
                <a:extLst>
                  <a:ext uri="{FF2B5EF4-FFF2-40B4-BE49-F238E27FC236}">
                    <a16:creationId xmlns:a16="http://schemas.microsoft.com/office/drawing/2014/main" id="{19670A38-DE0E-FC2B-1987-BA39B2953EB0}"/>
                  </a:ext>
                </a:extLst>
              </p14:cNvPr>
              <p14:cNvContentPartPr/>
              <p14:nvPr/>
            </p14:nvContentPartPr>
            <p14:xfrm>
              <a:off x="10205617" y="4276668"/>
              <a:ext cx="259560" cy="701280"/>
            </p14:xfrm>
          </p:contentPart>
        </mc:Choice>
        <mc:Fallback xmlns="">
          <p:pic>
            <p:nvPicPr>
              <p:cNvPr id="14" name="Entrada de lápiz 13">
                <a:extLst>
                  <a:ext uri="{FF2B5EF4-FFF2-40B4-BE49-F238E27FC236}">
                    <a16:creationId xmlns:a16="http://schemas.microsoft.com/office/drawing/2014/main" id="{19670A38-DE0E-FC2B-1987-BA39B2953EB0}"/>
                  </a:ext>
                </a:extLst>
              </p:cNvPr>
              <p:cNvPicPr/>
              <p:nvPr/>
            </p:nvPicPr>
            <p:blipFill>
              <a:blip r:embed="rId8"/>
              <a:stretch>
                <a:fillRect/>
              </a:stretch>
            </p:blipFill>
            <p:spPr>
              <a:xfrm>
                <a:off x="10196617" y="4268028"/>
                <a:ext cx="277200" cy="718920"/>
              </a:xfrm>
              <a:prstGeom prst="rect">
                <a:avLst/>
              </a:prstGeom>
            </p:spPr>
          </p:pic>
        </mc:Fallback>
      </mc:AlternateContent>
      <p:grpSp>
        <p:nvGrpSpPr>
          <p:cNvPr id="29" name="Grupo 28">
            <a:extLst>
              <a:ext uri="{FF2B5EF4-FFF2-40B4-BE49-F238E27FC236}">
                <a16:creationId xmlns:a16="http://schemas.microsoft.com/office/drawing/2014/main" id="{4BB9D52C-5D56-43E6-BF7C-0DCB0BADD5E0}"/>
              </a:ext>
            </a:extLst>
          </p:cNvPr>
          <p:cNvGrpSpPr/>
          <p:nvPr/>
        </p:nvGrpSpPr>
        <p:grpSpPr>
          <a:xfrm>
            <a:off x="8305897" y="3270468"/>
            <a:ext cx="3670200" cy="1535400"/>
            <a:chOff x="8305897" y="3270468"/>
            <a:chExt cx="3670200" cy="1535400"/>
          </a:xfrm>
        </p:grpSpPr>
        <mc:AlternateContent xmlns:mc="http://schemas.openxmlformats.org/markup-compatibility/2006" xmlns:p14="http://schemas.microsoft.com/office/powerpoint/2010/main">
          <mc:Choice Requires="p14">
            <p:contentPart p14:bwMode="auto" r:id="rId9">
              <p14:nvContentPartPr>
                <p14:cNvPr id="10" name="Entrada de lápiz 9">
                  <a:extLst>
                    <a:ext uri="{FF2B5EF4-FFF2-40B4-BE49-F238E27FC236}">
                      <a16:creationId xmlns:a16="http://schemas.microsoft.com/office/drawing/2014/main" id="{E6622ED9-E2CA-CE17-0863-2C9B8933DA35}"/>
                    </a:ext>
                  </a:extLst>
                </p14:cNvPr>
                <p14:cNvContentPartPr/>
                <p14:nvPr/>
              </p14:nvContentPartPr>
              <p14:xfrm>
                <a:off x="9101497" y="3302508"/>
                <a:ext cx="1173960" cy="248760"/>
              </p14:xfrm>
            </p:contentPart>
          </mc:Choice>
          <mc:Fallback xmlns="">
            <p:pic>
              <p:nvPicPr>
                <p:cNvPr id="10" name="Entrada de lápiz 9">
                  <a:extLst>
                    <a:ext uri="{FF2B5EF4-FFF2-40B4-BE49-F238E27FC236}">
                      <a16:creationId xmlns:a16="http://schemas.microsoft.com/office/drawing/2014/main" id="{E6622ED9-E2CA-CE17-0863-2C9B8933DA35}"/>
                    </a:ext>
                  </a:extLst>
                </p:cNvPr>
                <p:cNvPicPr/>
                <p:nvPr/>
              </p:nvPicPr>
              <p:blipFill>
                <a:blip r:embed="rId10"/>
                <a:stretch>
                  <a:fillRect/>
                </a:stretch>
              </p:blipFill>
              <p:spPr>
                <a:xfrm>
                  <a:off x="9092497" y="3293868"/>
                  <a:ext cx="1191600" cy="2664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1" name="Entrada de lápiz 10">
                  <a:extLst>
                    <a:ext uri="{FF2B5EF4-FFF2-40B4-BE49-F238E27FC236}">
                      <a16:creationId xmlns:a16="http://schemas.microsoft.com/office/drawing/2014/main" id="{EE480630-F586-6500-D1C5-D57A01F84058}"/>
                    </a:ext>
                  </a:extLst>
                </p14:cNvPr>
                <p14:cNvContentPartPr/>
                <p14:nvPr/>
              </p14:nvContentPartPr>
              <p14:xfrm>
                <a:off x="9074857" y="3447588"/>
                <a:ext cx="292320" cy="112680"/>
              </p14:xfrm>
            </p:contentPart>
          </mc:Choice>
          <mc:Fallback xmlns="">
            <p:pic>
              <p:nvPicPr>
                <p:cNvPr id="11" name="Entrada de lápiz 10">
                  <a:extLst>
                    <a:ext uri="{FF2B5EF4-FFF2-40B4-BE49-F238E27FC236}">
                      <a16:creationId xmlns:a16="http://schemas.microsoft.com/office/drawing/2014/main" id="{EE480630-F586-6500-D1C5-D57A01F84058}"/>
                    </a:ext>
                  </a:extLst>
                </p:cNvPr>
                <p:cNvPicPr/>
                <p:nvPr/>
              </p:nvPicPr>
              <p:blipFill>
                <a:blip r:embed="rId12"/>
                <a:stretch>
                  <a:fillRect/>
                </a:stretch>
              </p:blipFill>
              <p:spPr>
                <a:xfrm>
                  <a:off x="9066217" y="3438588"/>
                  <a:ext cx="30996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5" name="Entrada de lápiz 14">
                  <a:extLst>
                    <a:ext uri="{FF2B5EF4-FFF2-40B4-BE49-F238E27FC236}">
                      <a16:creationId xmlns:a16="http://schemas.microsoft.com/office/drawing/2014/main" id="{77C1C8AC-BBBD-F55A-3361-178291D2D565}"/>
                    </a:ext>
                  </a:extLst>
                </p14:cNvPr>
                <p14:cNvContentPartPr/>
                <p14:nvPr/>
              </p14:nvContentPartPr>
              <p14:xfrm>
                <a:off x="10559497" y="4078308"/>
                <a:ext cx="907560" cy="398880"/>
              </p14:xfrm>
            </p:contentPart>
          </mc:Choice>
          <mc:Fallback xmlns="">
            <p:pic>
              <p:nvPicPr>
                <p:cNvPr id="15" name="Entrada de lápiz 14">
                  <a:extLst>
                    <a:ext uri="{FF2B5EF4-FFF2-40B4-BE49-F238E27FC236}">
                      <a16:creationId xmlns:a16="http://schemas.microsoft.com/office/drawing/2014/main" id="{77C1C8AC-BBBD-F55A-3361-178291D2D565}"/>
                    </a:ext>
                  </a:extLst>
                </p:cNvPr>
                <p:cNvPicPr/>
                <p:nvPr/>
              </p:nvPicPr>
              <p:blipFill>
                <a:blip r:embed="rId14"/>
                <a:stretch>
                  <a:fillRect/>
                </a:stretch>
              </p:blipFill>
              <p:spPr>
                <a:xfrm>
                  <a:off x="10550857" y="4069668"/>
                  <a:ext cx="925200" cy="4165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6" name="Entrada de lápiz 15">
                  <a:extLst>
                    <a:ext uri="{FF2B5EF4-FFF2-40B4-BE49-F238E27FC236}">
                      <a16:creationId xmlns:a16="http://schemas.microsoft.com/office/drawing/2014/main" id="{7DA87280-C368-BAE0-58B2-2DE6D0CC129A}"/>
                    </a:ext>
                  </a:extLst>
                </p14:cNvPr>
                <p14:cNvContentPartPr/>
                <p14:nvPr/>
              </p14:nvContentPartPr>
              <p14:xfrm>
                <a:off x="10707097" y="4334628"/>
                <a:ext cx="1116000" cy="471240"/>
              </p14:xfrm>
            </p:contentPart>
          </mc:Choice>
          <mc:Fallback xmlns="">
            <p:pic>
              <p:nvPicPr>
                <p:cNvPr id="16" name="Entrada de lápiz 15">
                  <a:extLst>
                    <a:ext uri="{FF2B5EF4-FFF2-40B4-BE49-F238E27FC236}">
                      <a16:creationId xmlns:a16="http://schemas.microsoft.com/office/drawing/2014/main" id="{7DA87280-C368-BAE0-58B2-2DE6D0CC129A}"/>
                    </a:ext>
                  </a:extLst>
                </p:cNvPr>
                <p:cNvPicPr/>
                <p:nvPr/>
              </p:nvPicPr>
              <p:blipFill>
                <a:blip r:embed="rId16"/>
                <a:stretch>
                  <a:fillRect/>
                </a:stretch>
              </p:blipFill>
              <p:spPr>
                <a:xfrm>
                  <a:off x="10698457" y="4325628"/>
                  <a:ext cx="1133640" cy="48888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8" name="Entrada de lápiz 17">
                  <a:extLst>
                    <a:ext uri="{FF2B5EF4-FFF2-40B4-BE49-F238E27FC236}">
                      <a16:creationId xmlns:a16="http://schemas.microsoft.com/office/drawing/2014/main" id="{552C242C-82CF-FD3F-8CC6-F37356C5A5F3}"/>
                    </a:ext>
                  </a:extLst>
                </p14:cNvPr>
                <p14:cNvContentPartPr/>
                <p14:nvPr/>
              </p14:nvContentPartPr>
              <p14:xfrm>
                <a:off x="8426137" y="4246788"/>
                <a:ext cx="713160" cy="10440"/>
              </p14:xfrm>
            </p:contentPart>
          </mc:Choice>
          <mc:Fallback xmlns="">
            <p:pic>
              <p:nvPicPr>
                <p:cNvPr id="18" name="Entrada de lápiz 17">
                  <a:extLst>
                    <a:ext uri="{FF2B5EF4-FFF2-40B4-BE49-F238E27FC236}">
                      <a16:creationId xmlns:a16="http://schemas.microsoft.com/office/drawing/2014/main" id="{552C242C-82CF-FD3F-8CC6-F37356C5A5F3}"/>
                    </a:ext>
                  </a:extLst>
                </p:cNvPr>
                <p:cNvPicPr/>
                <p:nvPr/>
              </p:nvPicPr>
              <p:blipFill>
                <a:blip r:embed="rId18"/>
                <a:stretch>
                  <a:fillRect/>
                </a:stretch>
              </p:blipFill>
              <p:spPr>
                <a:xfrm>
                  <a:off x="8417137" y="4238148"/>
                  <a:ext cx="73080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9" name="Entrada de lápiz 18">
                  <a:extLst>
                    <a:ext uri="{FF2B5EF4-FFF2-40B4-BE49-F238E27FC236}">
                      <a16:creationId xmlns:a16="http://schemas.microsoft.com/office/drawing/2014/main" id="{AF8F1F9A-544C-BF73-839E-125135417CEC}"/>
                    </a:ext>
                  </a:extLst>
                </p14:cNvPr>
                <p14:cNvContentPartPr/>
                <p14:nvPr/>
              </p14:nvContentPartPr>
              <p14:xfrm>
                <a:off x="8305897" y="4119708"/>
                <a:ext cx="226800" cy="263160"/>
              </p14:xfrm>
            </p:contentPart>
          </mc:Choice>
          <mc:Fallback xmlns="">
            <p:pic>
              <p:nvPicPr>
                <p:cNvPr id="19" name="Entrada de lápiz 18">
                  <a:extLst>
                    <a:ext uri="{FF2B5EF4-FFF2-40B4-BE49-F238E27FC236}">
                      <a16:creationId xmlns:a16="http://schemas.microsoft.com/office/drawing/2014/main" id="{AF8F1F9A-544C-BF73-839E-125135417CEC}"/>
                    </a:ext>
                  </a:extLst>
                </p:cNvPr>
                <p:cNvPicPr/>
                <p:nvPr/>
              </p:nvPicPr>
              <p:blipFill>
                <a:blip r:embed="rId20"/>
                <a:stretch>
                  <a:fillRect/>
                </a:stretch>
              </p:blipFill>
              <p:spPr>
                <a:xfrm>
                  <a:off x="8297257" y="4110708"/>
                  <a:ext cx="244440" cy="2808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1" name="Entrada de lápiz 20">
                  <a:extLst>
                    <a:ext uri="{FF2B5EF4-FFF2-40B4-BE49-F238E27FC236}">
                      <a16:creationId xmlns:a16="http://schemas.microsoft.com/office/drawing/2014/main" id="{AFE4A4C8-57C1-AD1B-1A8C-03FAB2DC5BE6}"/>
                    </a:ext>
                  </a:extLst>
                </p14:cNvPr>
                <p14:cNvContentPartPr/>
                <p14:nvPr/>
              </p14:nvContentPartPr>
              <p14:xfrm>
                <a:off x="9434857" y="3972468"/>
                <a:ext cx="506880" cy="317160"/>
              </p14:xfrm>
            </p:contentPart>
          </mc:Choice>
          <mc:Fallback xmlns="">
            <p:pic>
              <p:nvPicPr>
                <p:cNvPr id="21" name="Entrada de lápiz 20">
                  <a:extLst>
                    <a:ext uri="{FF2B5EF4-FFF2-40B4-BE49-F238E27FC236}">
                      <a16:creationId xmlns:a16="http://schemas.microsoft.com/office/drawing/2014/main" id="{AFE4A4C8-57C1-AD1B-1A8C-03FAB2DC5BE6}"/>
                    </a:ext>
                  </a:extLst>
                </p:cNvPr>
                <p:cNvPicPr/>
                <p:nvPr/>
              </p:nvPicPr>
              <p:blipFill>
                <a:blip r:embed="rId22"/>
                <a:stretch>
                  <a:fillRect/>
                </a:stretch>
              </p:blipFill>
              <p:spPr>
                <a:xfrm>
                  <a:off x="9425857" y="3963468"/>
                  <a:ext cx="524520" cy="3348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2" name="Entrada de lápiz 21">
                  <a:extLst>
                    <a:ext uri="{FF2B5EF4-FFF2-40B4-BE49-F238E27FC236}">
                      <a16:creationId xmlns:a16="http://schemas.microsoft.com/office/drawing/2014/main" id="{28480201-105F-D0A4-FA41-FABB70F7BD42}"/>
                    </a:ext>
                  </a:extLst>
                </p14:cNvPr>
                <p14:cNvContentPartPr/>
                <p14:nvPr/>
              </p14:nvContentPartPr>
              <p14:xfrm>
                <a:off x="10055857" y="3820548"/>
                <a:ext cx="133200" cy="430920"/>
              </p14:xfrm>
            </p:contentPart>
          </mc:Choice>
          <mc:Fallback xmlns="">
            <p:pic>
              <p:nvPicPr>
                <p:cNvPr id="22" name="Entrada de lápiz 21">
                  <a:extLst>
                    <a:ext uri="{FF2B5EF4-FFF2-40B4-BE49-F238E27FC236}">
                      <a16:creationId xmlns:a16="http://schemas.microsoft.com/office/drawing/2014/main" id="{28480201-105F-D0A4-FA41-FABB70F7BD42}"/>
                    </a:ext>
                  </a:extLst>
                </p:cNvPr>
                <p:cNvPicPr/>
                <p:nvPr/>
              </p:nvPicPr>
              <p:blipFill>
                <a:blip r:embed="rId24"/>
                <a:stretch>
                  <a:fillRect/>
                </a:stretch>
              </p:blipFill>
              <p:spPr>
                <a:xfrm>
                  <a:off x="10046857" y="3811908"/>
                  <a:ext cx="150840" cy="44856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3" name="Entrada de lápiz 22">
                  <a:extLst>
                    <a:ext uri="{FF2B5EF4-FFF2-40B4-BE49-F238E27FC236}">
                      <a16:creationId xmlns:a16="http://schemas.microsoft.com/office/drawing/2014/main" id="{05656FDB-7F1F-F750-B949-024D259B3589}"/>
                    </a:ext>
                  </a:extLst>
                </p14:cNvPr>
                <p14:cNvContentPartPr/>
                <p14:nvPr/>
              </p14:nvContentPartPr>
              <p14:xfrm>
                <a:off x="10284457" y="3490068"/>
                <a:ext cx="29520" cy="519120"/>
              </p14:xfrm>
            </p:contentPart>
          </mc:Choice>
          <mc:Fallback xmlns="">
            <p:pic>
              <p:nvPicPr>
                <p:cNvPr id="23" name="Entrada de lápiz 22">
                  <a:extLst>
                    <a:ext uri="{FF2B5EF4-FFF2-40B4-BE49-F238E27FC236}">
                      <a16:creationId xmlns:a16="http://schemas.microsoft.com/office/drawing/2014/main" id="{05656FDB-7F1F-F750-B949-024D259B3589}"/>
                    </a:ext>
                  </a:extLst>
                </p:cNvPr>
                <p:cNvPicPr/>
                <p:nvPr/>
              </p:nvPicPr>
              <p:blipFill>
                <a:blip r:embed="rId26"/>
                <a:stretch>
                  <a:fillRect/>
                </a:stretch>
              </p:blipFill>
              <p:spPr>
                <a:xfrm>
                  <a:off x="10275817" y="3481428"/>
                  <a:ext cx="47160" cy="5367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4" name="Entrada de lápiz 23">
                  <a:extLst>
                    <a:ext uri="{FF2B5EF4-FFF2-40B4-BE49-F238E27FC236}">
                      <a16:creationId xmlns:a16="http://schemas.microsoft.com/office/drawing/2014/main" id="{250F8DE1-FC9C-17A7-BA9F-A733596B6F98}"/>
                    </a:ext>
                  </a:extLst>
                </p14:cNvPr>
                <p14:cNvContentPartPr/>
                <p14:nvPr/>
              </p14:nvContentPartPr>
              <p14:xfrm>
                <a:off x="10392817" y="3834228"/>
                <a:ext cx="322560" cy="329400"/>
              </p14:xfrm>
            </p:contentPart>
          </mc:Choice>
          <mc:Fallback xmlns="">
            <p:pic>
              <p:nvPicPr>
                <p:cNvPr id="24" name="Entrada de lápiz 23">
                  <a:extLst>
                    <a:ext uri="{FF2B5EF4-FFF2-40B4-BE49-F238E27FC236}">
                      <a16:creationId xmlns:a16="http://schemas.microsoft.com/office/drawing/2014/main" id="{250F8DE1-FC9C-17A7-BA9F-A733596B6F98}"/>
                    </a:ext>
                  </a:extLst>
                </p:cNvPr>
                <p:cNvPicPr/>
                <p:nvPr/>
              </p:nvPicPr>
              <p:blipFill>
                <a:blip r:embed="rId28"/>
                <a:stretch>
                  <a:fillRect/>
                </a:stretch>
              </p:blipFill>
              <p:spPr>
                <a:xfrm>
                  <a:off x="10383817" y="3825588"/>
                  <a:ext cx="340200" cy="34704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5" name="Entrada de lápiz 24">
                  <a:extLst>
                    <a:ext uri="{FF2B5EF4-FFF2-40B4-BE49-F238E27FC236}">
                      <a16:creationId xmlns:a16="http://schemas.microsoft.com/office/drawing/2014/main" id="{708F4754-345E-0946-9AE2-7D91F46E3757}"/>
                    </a:ext>
                  </a:extLst>
                </p14:cNvPr>
                <p14:cNvContentPartPr/>
                <p14:nvPr/>
              </p14:nvContentPartPr>
              <p14:xfrm>
                <a:off x="10773697" y="3749628"/>
                <a:ext cx="503280" cy="191520"/>
              </p14:xfrm>
            </p:contentPart>
          </mc:Choice>
          <mc:Fallback xmlns="">
            <p:pic>
              <p:nvPicPr>
                <p:cNvPr id="25" name="Entrada de lápiz 24">
                  <a:extLst>
                    <a:ext uri="{FF2B5EF4-FFF2-40B4-BE49-F238E27FC236}">
                      <a16:creationId xmlns:a16="http://schemas.microsoft.com/office/drawing/2014/main" id="{708F4754-345E-0946-9AE2-7D91F46E3757}"/>
                    </a:ext>
                  </a:extLst>
                </p:cNvPr>
                <p:cNvPicPr/>
                <p:nvPr/>
              </p:nvPicPr>
              <p:blipFill>
                <a:blip r:embed="rId30"/>
                <a:stretch>
                  <a:fillRect/>
                </a:stretch>
              </p:blipFill>
              <p:spPr>
                <a:xfrm>
                  <a:off x="10765057" y="3740628"/>
                  <a:ext cx="52092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6" name="Entrada de lápiz 25">
                  <a:extLst>
                    <a:ext uri="{FF2B5EF4-FFF2-40B4-BE49-F238E27FC236}">
                      <a16:creationId xmlns:a16="http://schemas.microsoft.com/office/drawing/2014/main" id="{B48C086C-C970-8328-44B5-BF94E5BB928C}"/>
                    </a:ext>
                  </a:extLst>
                </p14:cNvPr>
                <p14:cNvContentPartPr/>
                <p14:nvPr/>
              </p14:nvContentPartPr>
              <p14:xfrm>
                <a:off x="11218657" y="3527868"/>
                <a:ext cx="360" cy="2160"/>
              </p14:xfrm>
            </p:contentPart>
          </mc:Choice>
          <mc:Fallback xmlns="">
            <p:pic>
              <p:nvPicPr>
                <p:cNvPr id="26" name="Entrada de lápiz 25">
                  <a:extLst>
                    <a:ext uri="{FF2B5EF4-FFF2-40B4-BE49-F238E27FC236}">
                      <a16:creationId xmlns:a16="http://schemas.microsoft.com/office/drawing/2014/main" id="{B48C086C-C970-8328-44B5-BF94E5BB928C}"/>
                    </a:ext>
                  </a:extLst>
                </p:cNvPr>
                <p:cNvPicPr/>
                <p:nvPr/>
              </p:nvPicPr>
              <p:blipFill>
                <a:blip r:embed="rId32"/>
                <a:stretch>
                  <a:fillRect/>
                </a:stretch>
              </p:blipFill>
              <p:spPr>
                <a:xfrm>
                  <a:off x="11210017" y="3519228"/>
                  <a:ext cx="18000" cy="198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7" name="Entrada de lápiz 26">
                  <a:extLst>
                    <a:ext uri="{FF2B5EF4-FFF2-40B4-BE49-F238E27FC236}">
                      <a16:creationId xmlns:a16="http://schemas.microsoft.com/office/drawing/2014/main" id="{29CAB519-DC99-7C6A-FCB2-FDBFB1EC2197}"/>
                    </a:ext>
                  </a:extLst>
                </p14:cNvPr>
                <p14:cNvContentPartPr/>
                <p14:nvPr/>
              </p14:nvContentPartPr>
              <p14:xfrm>
                <a:off x="11431777" y="3270828"/>
                <a:ext cx="544320" cy="498960"/>
              </p14:xfrm>
            </p:contentPart>
          </mc:Choice>
          <mc:Fallback xmlns="">
            <p:pic>
              <p:nvPicPr>
                <p:cNvPr id="27" name="Entrada de lápiz 26">
                  <a:extLst>
                    <a:ext uri="{FF2B5EF4-FFF2-40B4-BE49-F238E27FC236}">
                      <a16:creationId xmlns:a16="http://schemas.microsoft.com/office/drawing/2014/main" id="{29CAB519-DC99-7C6A-FCB2-FDBFB1EC2197}"/>
                    </a:ext>
                  </a:extLst>
                </p:cNvPr>
                <p:cNvPicPr/>
                <p:nvPr/>
              </p:nvPicPr>
              <p:blipFill>
                <a:blip r:embed="rId34"/>
                <a:stretch>
                  <a:fillRect/>
                </a:stretch>
              </p:blipFill>
              <p:spPr>
                <a:xfrm>
                  <a:off x="11423137" y="3261828"/>
                  <a:ext cx="561960" cy="5166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8" name="Entrada de lápiz 27">
                  <a:extLst>
                    <a:ext uri="{FF2B5EF4-FFF2-40B4-BE49-F238E27FC236}">
                      <a16:creationId xmlns:a16="http://schemas.microsoft.com/office/drawing/2014/main" id="{28151526-151A-EE37-20C7-F362298041FF}"/>
                    </a:ext>
                  </a:extLst>
                </p14:cNvPr>
                <p14:cNvContentPartPr/>
                <p14:nvPr/>
              </p14:nvContentPartPr>
              <p14:xfrm>
                <a:off x="11631577" y="3270468"/>
                <a:ext cx="299160" cy="171000"/>
              </p14:xfrm>
            </p:contentPart>
          </mc:Choice>
          <mc:Fallback xmlns="">
            <p:pic>
              <p:nvPicPr>
                <p:cNvPr id="28" name="Entrada de lápiz 27">
                  <a:extLst>
                    <a:ext uri="{FF2B5EF4-FFF2-40B4-BE49-F238E27FC236}">
                      <a16:creationId xmlns:a16="http://schemas.microsoft.com/office/drawing/2014/main" id="{28151526-151A-EE37-20C7-F362298041FF}"/>
                    </a:ext>
                  </a:extLst>
                </p:cNvPr>
                <p:cNvPicPr/>
                <p:nvPr/>
              </p:nvPicPr>
              <p:blipFill>
                <a:blip r:embed="rId36"/>
                <a:stretch>
                  <a:fillRect/>
                </a:stretch>
              </p:blipFill>
              <p:spPr>
                <a:xfrm>
                  <a:off x="11622937" y="3261828"/>
                  <a:ext cx="316800" cy="188640"/>
                </a:xfrm>
                <a:prstGeom prst="rect">
                  <a:avLst/>
                </a:prstGeom>
              </p:spPr>
            </p:pic>
          </mc:Fallback>
        </mc:AlternateContent>
      </p:grpSp>
    </p:spTree>
    <p:extLst>
      <p:ext uri="{BB962C8B-B14F-4D97-AF65-F5344CB8AC3E}">
        <p14:creationId xmlns:p14="http://schemas.microsoft.com/office/powerpoint/2010/main" val="20011011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DC794D-120F-9ACC-BEA5-72216BFFFE27}"/>
              </a:ext>
            </a:extLst>
          </p:cNvPr>
          <p:cNvSpPr>
            <a:spLocks noGrp="1"/>
          </p:cNvSpPr>
          <p:nvPr>
            <p:ph type="title"/>
          </p:nvPr>
        </p:nvSpPr>
        <p:spPr>
          <a:xfrm>
            <a:off x="491613" y="393291"/>
            <a:ext cx="5260257" cy="963562"/>
          </a:xfrm>
        </p:spPr>
        <p:txBody>
          <a:bodyPr>
            <a:normAutofit/>
          </a:bodyPr>
          <a:lstStyle/>
          <a:p>
            <a:r>
              <a:rPr lang="es-PE" b="1" dirty="0"/>
              <a:t>Problemas con este enfoque:</a:t>
            </a:r>
          </a:p>
        </p:txBody>
      </p:sp>
      <p:pic>
        <p:nvPicPr>
          <p:cNvPr id="8" name="Marcador de contenido 7">
            <a:extLst>
              <a:ext uri="{FF2B5EF4-FFF2-40B4-BE49-F238E27FC236}">
                <a16:creationId xmlns:a16="http://schemas.microsoft.com/office/drawing/2014/main" id="{08C1B55C-32E3-577F-010B-BA0FAD395CA7}"/>
              </a:ext>
            </a:extLst>
          </p:cNvPr>
          <p:cNvPicPr>
            <a:picLocks noGrp="1" noChangeAspect="1"/>
          </p:cNvPicPr>
          <p:nvPr>
            <p:ph idx="1"/>
          </p:nvPr>
        </p:nvPicPr>
        <p:blipFill>
          <a:blip r:embed="rId2"/>
          <a:stretch>
            <a:fillRect/>
          </a:stretch>
        </p:blipFill>
        <p:spPr>
          <a:xfrm>
            <a:off x="5236311" y="1879042"/>
            <a:ext cx="6871257" cy="2112227"/>
          </a:xfrm>
        </p:spPr>
      </p:pic>
      <p:sp>
        <p:nvSpPr>
          <p:cNvPr id="4" name="Marcador de texto 3">
            <a:extLst>
              <a:ext uri="{FF2B5EF4-FFF2-40B4-BE49-F238E27FC236}">
                <a16:creationId xmlns:a16="http://schemas.microsoft.com/office/drawing/2014/main" id="{7806A4DB-3AC3-E56C-834D-65A1D24BAF46}"/>
              </a:ext>
            </a:extLst>
          </p:cNvPr>
          <p:cNvSpPr>
            <a:spLocks noGrp="1"/>
          </p:cNvSpPr>
          <p:nvPr>
            <p:ph type="body" sz="half" idx="2"/>
          </p:nvPr>
        </p:nvSpPr>
        <p:spPr>
          <a:xfrm>
            <a:off x="235974" y="1484671"/>
            <a:ext cx="5000337" cy="5220929"/>
          </a:xfrm>
        </p:spPr>
        <p:txBody>
          <a:bodyPr>
            <a:normAutofit/>
          </a:bodyPr>
          <a:lstStyle/>
          <a:p>
            <a:pPr marL="285750" indent="-285750">
              <a:buFont typeface="Arial" panose="020B0604020202020204" pitchFamily="34" charset="0"/>
              <a:buChar char="•"/>
            </a:pPr>
            <a:r>
              <a:rPr lang="es-PE" sz="2400" dirty="0"/>
              <a:t>Es ineficiente, porque cada vez que se agrega un nuevo dato, se crea y copia todo el arreglo completo.</a:t>
            </a:r>
          </a:p>
          <a:p>
            <a:pPr marL="285750" indent="-285750">
              <a:buFont typeface="Arial" panose="020B0604020202020204" pitchFamily="34" charset="0"/>
              <a:buChar char="•"/>
            </a:pPr>
            <a:r>
              <a:rPr lang="es-PE" sz="2400" dirty="0"/>
              <a:t>Es propenso a errores de memoria si olvidas el </a:t>
            </a:r>
            <a:r>
              <a:rPr lang="es-PE" sz="2400" dirty="0" err="1"/>
              <a:t>delete</a:t>
            </a:r>
            <a:r>
              <a:rPr lang="es-PE" sz="2400" dirty="0"/>
              <a:t>[] o te equivocas en los índices.</a:t>
            </a:r>
          </a:p>
          <a:p>
            <a:endParaRPr lang="es-PE" sz="2400" dirty="0"/>
          </a:p>
          <a:p>
            <a:r>
              <a:rPr lang="es-PE" sz="2400" b="1" dirty="0"/>
              <a:t>¿La solución moderna?</a:t>
            </a:r>
          </a:p>
          <a:p>
            <a:r>
              <a:rPr lang="es-PE" sz="2400" dirty="0"/>
              <a:t>Usar </a:t>
            </a:r>
            <a:r>
              <a:rPr lang="es-PE" sz="2400" dirty="0" err="1"/>
              <a:t>std</a:t>
            </a:r>
            <a:r>
              <a:rPr lang="es-PE" sz="2400" dirty="0"/>
              <a:t>::vector&lt;SALIDA&gt;, que maneja internamente toda esta lógica de crecimiento dinámico y memoria:</a:t>
            </a:r>
          </a:p>
        </p:txBody>
      </p:sp>
      <mc:AlternateContent xmlns:mc="http://schemas.openxmlformats.org/markup-compatibility/2006" xmlns:p14="http://schemas.microsoft.com/office/powerpoint/2010/main">
        <mc:Choice Requires="p14">
          <p:contentPart p14:bwMode="auto" r:id="rId3">
            <p14:nvContentPartPr>
              <p14:cNvPr id="5" name="Entrada de lápiz 4">
                <a:extLst>
                  <a:ext uri="{FF2B5EF4-FFF2-40B4-BE49-F238E27FC236}">
                    <a16:creationId xmlns:a16="http://schemas.microsoft.com/office/drawing/2014/main" id="{00AA2A94-0F5C-0A8D-1190-ACAD0AF9E2C2}"/>
                  </a:ext>
                </a:extLst>
              </p14:cNvPr>
              <p14:cNvContentPartPr/>
              <p14:nvPr/>
            </p14:nvContentPartPr>
            <p14:xfrm>
              <a:off x="1199497" y="1258452"/>
              <a:ext cx="360" cy="360"/>
            </p14:xfrm>
          </p:contentPart>
        </mc:Choice>
        <mc:Fallback xmlns="">
          <p:pic>
            <p:nvPicPr>
              <p:cNvPr id="5" name="Entrada de lápiz 4">
                <a:extLst>
                  <a:ext uri="{FF2B5EF4-FFF2-40B4-BE49-F238E27FC236}">
                    <a16:creationId xmlns:a16="http://schemas.microsoft.com/office/drawing/2014/main" id="{00AA2A94-0F5C-0A8D-1190-ACAD0AF9E2C2}"/>
                  </a:ext>
                </a:extLst>
              </p:cNvPr>
              <p:cNvPicPr/>
              <p:nvPr/>
            </p:nvPicPr>
            <p:blipFill>
              <a:blip r:embed="rId4"/>
              <a:stretch>
                <a:fillRect/>
              </a:stretch>
            </p:blipFill>
            <p:spPr>
              <a:xfrm>
                <a:off x="1190857" y="1249452"/>
                <a:ext cx="18000" cy="18000"/>
              </a:xfrm>
              <a:prstGeom prst="rect">
                <a:avLst/>
              </a:prstGeom>
            </p:spPr>
          </p:pic>
        </mc:Fallback>
      </mc:AlternateContent>
    </p:spTree>
    <p:extLst>
      <p:ext uri="{BB962C8B-B14F-4D97-AF65-F5344CB8AC3E}">
        <p14:creationId xmlns:p14="http://schemas.microsoft.com/office/powerpoint/2010/main" val="31741902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1034BE-BC57-4331-9D84-BBEE71815DDC}"/>
              </a:ext>
            </a:extLst>
          </p:cNvPr>
          <p:cNvSpPr>
            <a:spLocks noGrp="1"/>
          </p:cNvSpPr>
          <p:nvPr>
            <p:ph type="title"/>
          </p:nvPr>
        </p:nvSpPr>
        <p:spPr>
          <a:xfrm>
            <a:off x="839788" y="457200"/>
            <a:ext cx="3932237" cy="653845"/>
          </a:xfrm>
        </p:spPr>
        <p:txBody>
          <a:bodyPr/>
          <a:lstStyle/>
          <a:p>
            <a:r>
              <a:rPr lang="es-PE" b="1" dirty="0"/>
              <a:t>Archivos binarios</a:t>
            </a:r>
            <a:endParaRPr lang="es-PE" dirty="0"/>
          </a:p>
        </p:txBody>
      </p:sp>
      <p:pic>
        <p:nvPicPr>
          <p:cNvPr id="7" name="Marcador de contenido 6">
            <a:extLst>
              <a:ext uri="{FF2B5EF4-FFF2-40B4-BE49-F238E27FC236}">
                <a16:creationId xmlns:a16="http://schemas.microsoft.com/office/drawing/2014/main" id="{2C3226D8-E8D0-08FE-380D-89B89F739C86}"/>
              </a:ext>
            </a:extLst>
          </p:cNvPr>
          <p:cNvPicPr>
            <a:picLocks noGrp="1" noChangeAspect="1"/>
          </p:cNvPicPr>
          <p:nvPr>
            <p:ph idx="1"/>
          </p:nvPr>
        </p:nvPicPr>
        <p:blipFill>
          <a:blip r:embed="rId2"/>
          <a:stretch>
            <a:fillRect/>
          </a:stretch>
        </p:blipFill>
        <p:spPr>
          <a:xfrm>
            <a:off x="5310574" y="228217"/>
            <a:ext cx="6586673" cy="6242921"/>
          </a:xfrm>
        </p:spPr>
      </p:pic>
      <p:sp>
        <p:nvSpPr>
          <p:cNvPr id="4" name="Marcador de texto 3">
            <a:extLst>
              <a:ext uri="{FF2B5EF4-FFF2-40B4-BE49-F238E27FC236}">
                <a16:creationId xmlns:a16="http://schemas.microsoft.com/office/drawing/2014/main" id="{43A0D716-608D-A193-075D-28853DE747D3}"/>
              </a:ext>
            </a:extLst>
          </p:cNvPr>
          <p:cNvSpPr>
            <a:spLocks noGrp="1"/>
          </p:cNvSpPr>
          <p:nvPr>
            <p:ph type="body" sz="half" idx="2"/>
          </p:nvPr>
        </p:nvSpPr>
        <p:spPr>
          <a:xfrm>
            <a:off x="147484" y="1111045"/>
            <a:ext cx="4935793" cy="5653549"/>
          </a:xfrm>
        </p:spPr>
        <p:txBody>
          <a:bodyPr>
            <a:normAutofit/>
          </a:bodyPr>
          <a:lstStyle/>
          <a:p>
            <a:r>
              <a:rPr lang="es-PE" sz="2800" b="1" dirty="0"/>
              <a:t>El programa:</a:t>
            </a:r>
          </a:p>
          <a:p>
            <a:r>
              <a:rPr lang="es-PE" sz="2000" dirty="0"/>
              <a:t>Guarda objetos Estudiante en un archivo binario llamado estudiantes.dat.</a:t>
            </a:r>
          </a:p>
          <a:p>
            <a:r>
              <a:rPr lang="es-PE" sz="2000" dirty="0"/>
              <a:t>Usa </a:t>
            </a:r>
            <a:r>
              <a:rPr lang="es-PE" sz="2000" dirty="0" err="1"/>
              <a:t>write</a:t>
            </a:r>
            <a:r>
              <a:rPr lang="es-PE" sz="2000" dirty="0"/>
              <a:t>() y </a:t>
            </a:r>
            <a:r>
              <a:rPr lang="es-PE" sz="2000" dirty="0" err="1"/>
              <a:t>read</a:t>
            </a:r>
            <a:r>
              <a:rPr lang="es-PE" sz="2000" dirty="0"/>
              <a:t>() para escribir y leer los bloques de memoria completos (no como texto).</a:t>
            </a:r>
          </a:p>
          <a:p>
            <a:r>
              <a:rPr lang="es-PE" sz="2000" dirty="0"/>
              <a:t>Los campos como </a:t>
            </a:r>
            <a:r>
              <a:rPr lang="es-PE" sz="2000" dirty="0" err="1"/>
              <a:t>char</a:t>
            </a:r>
            <a:r>
              <a:rPr lang="es-PE" sz="2000" dirty="0"/>
              <a:t> nombre[50] son ideales para binarios porque tienen tamaño fijo.</a:t>
            </a:r>
          </a:p>
          <a:p>
            <a:r>
              <a:rPr lang="es-PE" sz="2000" dirty="0"/>
              <a:t>El uso de </a:t>
            </a:r>
            <a:r>
              <a:rPr lang="es-PE" sz="2000" dirty="0" err="1"/>
              <a:t>reinterpret_cast</a:t>
            </a:r>
            <a:r>
              <a:rPr lang="es-PE" sz="2000" dirty="0"/>
              <a:t>&lt;</a:t>
            </a:r>
            <a:r>
              <a:rPr lang="es-PE" sz="2000" dirty="0" err="1"/>
              <a:t>const</a:t>
            </a:r>
            <a:r>
              <a:rPr lang="es-PE" sz="2000" dirty="0"/>
              <a:t> </a:t>
            </a:r>
            <a:r>
              <a:rPr lang="es-PE" sz="2000" dirty="0" err="1"/>
              <a:t>char</a:t>
            </a:r>
            <a:r>
              <a:rPr lang="es-PE" sz="2000" dirty="0"/>
              <a:t>*&gt; es necesario porque </a:t>
            </a:r>
            <a:r>
              <a:rPr lang="es-PE" sz="2000" dirty="0" err="1"/>
              <a:t>write</a:t>
            </a:r>
            <a:r>
              <a:rPr lang="es-PE" sz="2000" dirty="0"/>
              <a:t>() y </a:t>
            </a:r>
            <a:r>
              <a:rPr lang="es-PE" sz="2000" dirty="0" err="1"/>
              <a:t>read</a:t>
            </a:r>
            <a:r>
              <a:rPr lang="es-PE" sz="2000" dirty="0"/>
              <a:t>() operan con punteros a </a:t>
            </a:r>
            <a:r>
              <a:rPr lang="es-PE" sz="2000" dirty="0" err="1"/>
              <a:t>char</a:t>
            </a:r>
            <a:r>
              <a:rPr lang="es-PE" sz="2000" dirty="0"/>
              <a:t>.</a:t>
            </a:r>
          </a:p>
          <a:p>
            <a:r>
              <a:rPr lang="es-PE" sz="2000" dirty="0"/>
              <a:t>No uses </a:t>
            </a:r>
            <a:r>
              <a:rPr lang="es-PE" sz="2000" dirty="0" err="1"/>
              <a:t>std</a:t>
            </a:r>
            <a:r>
              <a:rPr lang="es-PE" sz="2000" dirty="0"/>
              <a:t>::</a:t>
            </a:r>
            <a:r>
              <a:rPr lang="es-PE" sz="2000" dirty="0" err="1"/>
              <a:t>string</a:t>
            </a:r>
            <a:r>
              <a:rPr lang="es-PE" sz="2000" dirty="0"/>
              <a:t> dentro de estructuras para binarios directamente, ya que su contenido no se guarda correctamente (porque usa punteros internos).</a:t>
            </a:r>
          </a:p>
        </p:txBody>
      </p:sp>
      <mc:AlternateContent xmlns:mc="http://schemas.openxmlformats.org/markup-compatibility/2006">
        <mc:Choice xmlns:p14="http://schemas.microsoft.com/office/powerpoint/2010/main" Requires="p14">
          <p:contentPart p14:bwMode="auto" r:id="rId3">
            <p14:nvContentPartPr>
              <p14:cNvPr id="3" name="Entrada de lápiz 2">
                <a:extLst>
                  <a:ext uri="{FF2B5EF4-FFF2-40B4-BE49-F238E27FC236}">
                    <a16:creationId xmlns:a16="http://schemas.microsoft.com/office/drawing/2014/main" id="{278212E7-5AE0-A1E7-8927-4768257403A5}"/>
                  </a:ext>
                </a:extLst>
              </p14:cNvPr>
              <p14:cNvContentPartPr/>
              <p14:nvPr/>
            </p14:nvContentPartPr>
            <p14:xfrm>
              <a:off x="368280" y="806400"/>
              <a:ext cx="11227320" cy="6045480"/>
            </p14:xfrm>
          </p:contentPart>
        </mc:Choice>
        <mc:Fallback>
          <p:pic>
            <p:nvPicPr>
              <p:cNvPr id="3" name="Entrada de lápiz 2">
                <a:extLst>
                  <a:ext uri="{FF2B5EF4-FFF2-40B4-BE49-F238E27FC236}">
                    <a16:creationId xmlns:a16="http://schemas.microsoft.com/office/drawing/2014/main" id="{278212E7-5AE0-A1E7-8927-4768257403A5}"/>
                  </a:ext>
                </a:extLst>
              </p:cNvPr>
              <p:cNvPicPr/>
              <p:nvPr/>
            </p:nvPicPr>
            <p:blipFill>
              <a:blip r:embed="rId4"/>
              <a:stretch>
                <a:fillRect/>
              </a:stretch>
            </p:blipFill>
            <p:spPr>
              <a:xfrm>
                <a:off x="358920" y="797040"/>
                <a:ext cx="11246040" cy="6064200"/>
              </a:xfrm>
              <a:prstGeom prst="rect">
                <a:avLst/>
              </a:prstGeom>
            </p:spPr>
          </p:pic>
        </mc:Fallback>
      </mc:AlternateContent>
    </p:spTree>
    <p:extLst>
      <p:ext uri="{BB962C8B-B14F-4D97-AF65-F5344CB8AC3E}">
        <p14:creationId xmlns:p14="http://schemas.microsoft.com/office/powerpoint/2010/main" val="5444912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86218-321A-0214-4AD2-AD2822C634F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0802D68-66BC-ADBF-41E0-78C5BAEE1302}"/>
              </a:ext>
            </a:extLst>
          </p:cNvPr>
          <p:cNvSpPr>
            <a:spLocks noGrp="1"/>
          </p:cNvSpPr>
          <p:nvPr>
            <p:ph type="title"/>
          </p:nvPr>
        </p:nvSpPr>
        <p:spPr>
          <a:xfrm>
            <a:off x="839788" y="457200"/>
            <a:ext cx="3932237" cy="653845"/>
          </a:xfrm>
        </p:spPr>
        <p:txBody>
          <a:bodyPr/>
          <a:lstStyle/>
          <a:p>
            <a:r>
              <a:rPr lang="es-PE" b="1" dirty="0"/>
              <a:t>Archivos binarios</a:t>
            </a:r>
            <a:endParaRPr lang="es-PE" dirty="0"/>
          </a:p>
        </p:txBody>
      </p:sp>
      <p:sp>
        <p:nvSpPr>
          <p:cNvPr id="4" name="Marcador de texto 3">
            <a:extLst>
              <a:ext uri="{FF2B5EF4-FFF2-40B4-BE49-F238E27FC236}">
                <a16:creationId xmlns:a16="http://schemas.microsoft.com/office/drawing/2014/main" id="{0508A96F-FB6C-9644-2F99-6C9329114DF8}"/>
              </a:ext>
            </a:extLst>
          </p:cNvPr>
          <p:cNvSpPr>
            <a:spLocks noGrp="1"/>
          </p:cNvSpPr>
          <p:nvPr>
            <p:ph type="body" sz="half" idx="2"/>
          </p:nvPr>
        </p:nvSpPr>
        <p:spPr>
          <a:xfrm>
            <a:off x="147484" y="1111045"/>
            <a:ext cx="4935793" cy="5653549"/>
          </a:xfrm>
        </p:spPr>
        <p:txBody>
          <a:bodyPr>
            <a:normAutofit/>
          </a:bodyPr>
          <a:lstStyle/>
          <a:p>
            <a:r>
              <a:rPr lang="es-PE" sz="2800" b="1" dirty="0"/>
              <a:t>El programa:</a:t>
            </a:r>
          </a:p>
          <a:p>
            <a:r>
              <a:rPr lang="es-PE" sz="2000" dirty="0"/>
              <a:t>Guarda objetos Estudiante en un archivo binario llamado estudiantes.dat.</a:t>
            </a:r>
          </a:p>
          <a:p>
            <a:r>
              <a:rPr lang="es-PE" sz="2000" dirty="0"/>
              <a:t>Usa </a:t>
            </a:r>
            <a:r>
              <a:rPr lang="es-PE" sz="2000" dirty="0" err="1"/>
              <a:t>write</a:t>
            </a:r>
            <a:r>
              <a:rPr lang="es-PE" sz="2000" dirty="0"/>
              <a:t>() y </a:t>
            </a:r>
            <a:r>
              <a:rPr lang="es-PE" sz="2000" dirty="0" err="1"/>
              <a:t>read</a:t>
            </a:r>
            <a:r>
              <a:rPr lang="es-PE" sz="2000" dirty="0"/>
              <a:t>() para escribir y leer los bloques de memoria completos (no como texto).</a:t>
            </a:r>
          </a:p>
          <a:p>
            <a:r>
              <a:rPr lang="es-PE" sz="2000" dirty="0"/>
              <a:t>Los campos como </a:t>
            </a:r>
            <a:r>
              <a:rPr lang="es-PE" sz="2000" dirty="0" err="1"/>
              <a:t>char</a:t>
            </a:r>
            <a:r>
              <a:rPr lang="es-PE" sz="2000" dirty="0"/>
              <a:t> nombre[50] son ideales para binarios porque tienen tamaño fijo.</a:t>
            </a:r>
          </a:p>
          <a:p>
            <a:r>
              <a:rPr lang="es-PE" sz="2000" dirty="0"/>
              <a:t>El uso de </a:t>
            </a:r>
            <a:r>
              <a:rPr lang="es-PE" sz="2000" dirty="0" err="1"/>
              <a:t>reinterpret_cast</a:t>
            </a:r>
            <a:r>
              <a:rPr lang="es-PE" sz="2000" dirty="0"/>
              <a:t>&lt;</a:t>
            </a:r>
            <a:r>
              <a:rPr lang="es-PE" sz="2000" dirty="0" err="1"/>
              <a:t>const</a:t>
            </a:r>
            <a:r>
              <a:rPr lang="es-PE" sz="2000" dirty="0"/>
              <a:t> </a:t>
            </a:r>
            <a:r>
              <a:rPr lang="es-PE" sz="2000" dirty="0" err="1"/>
              <a:t>char</a:t>
            </a:r>
            <a:r>
              <a:rPr lang="es-PE" sz="2000" dirty="0"/>
              <a:t>*&gt; es necesario porque </a:t>
            </a:r>
            <a:r>
              <a:rPr lang="es-PE" sz="2000" dirty="0" err="1"/>
              <a:t>write</a:t>
            </a:r>
            <a:r>
              <a:rPr lang="es-PE" sz="2000" dirty="0"/>
              <a:t>() y </a:t>
            </a:r>
            <a:r>
              <a:rPr lang="es-PE" sz="2000" dirty="0" err="1"/>
              <a:t>read</a:t>
            </a:r>
            <a:r>
              <a:rPr lang="es-PE" sz="2000" dirty="0"/>
              <a:t>() operan con punteros a </a:t>
            </a:r>
            <a:r>
              <a:rPr lang="es-PE" sz="2000" dirty="0" err="1"/>
              <a:t>char</a:t>
            </a:r>
            <a:r>
              <a:rPr lang="es-PE" sz="2000" dirty="0"/>
              <a:t>.</a:t>
            </a:r>
          </a:p>
          <a:p>
            <a:r>
              <a:rPr lang="es-PE" sz="2000" dirty="0"/>
              <a:t>No uses </a:t>
            </a:r>
            <a:r>
              <a:rPr lang="es-PE" sz="2000" dirty="0" err="1"/>
              <a:t>std</a:t>
            </a:r>
            <a:r>
              <a:rPr lang="es-PE" sz="2000" dirty="0"/>
              <a:t>::</a:t>
            </a:r>
            <a:r>
              <a:rPr lang="es-PE" sz="2000" dirty="0" err="1"/>
              <a:t>string</a:t>
            </a:r>
            <a:r>
              <a:rPr lang="es-PE" sz="2000" dirty="0"/>
              <a:t> dentro de estructuras para binarios directamente, ya que su contenido no se guarda correctamente (porque usa punteros internos).</a:t>
            </a:r>
          </a:p>
        </p:txBody>
      </p:sp>
      <p:pic>
        <p:nvPicPr>
          <p:cNvPr id="8" name="Marcador de contenido 7">
            <a:extLst>
              <a:ext uri="{FF2B5EF4-FFF2-40B4-BE49-F238E27FC236}">
                <a16:creationId xmlns:a16="http://schemas.microsoft.com/office/drawing/2014/main" id="{293269D2-591D-ACA2-094A-5EE0A0DD27BA}"/>
              </a:ext>
            </a:extLst>
          </p:cNvPr>
          <p:cNvPicPr>
            <a:picLocks noGrp="1" noChangeAspect="1"/>
          </p:cNvPicPr>
          <p:nvPr>
            <p:ph idx="1"/>
          </p:nvPr>
        </p:nvPicPr>
        <p:blipFill>
          <a:blip r:embed="rId2"/>
          <a:stretch>
            <a:fillRect/>
          </a:stretch>
        </p:blipFill>
        <p:spPr>
          <a:xfrm>
            <a:off x="5062177" y="188650"/>
            <a:ext cx="6982339" cy="6511332"/>
          </a:xfrm>
        </p:spPr>
      </p:pic>
      <mc:AlternateContent xmlns:mc="http://schemas.openxmlformats.org/markup-compatibility/2006">
        <mc:Choice xmlns:p14="http://schemas.microsoft.com/office/powerpoint/2010/main" Requires="p14">
          <p:contentPart p14:bwMode="auto" r:id="rId3">
            <p14:nvContentPartPr>
              <p14:cNvPr id="3" name="Entrada de lápiz 2">
                <a:extLst>
                  <a:ext uri="{FF2B5EF4-FFF2-40B4-BE49-F238E27FC236}">
                    <a16:creationId xmlns:a16="http://schemas.microsoft.com/office/drawing/2014/main" id="{5DA3F596-F4DC-AB8F-FE88-08457341873D}"/>
                  </a:ext>
                </a:extLst>
              </p14:cNvPr>
              <p14:cNvContentPartPr/>
              <p14:nvPr/>
            </p14:nvContentPartPr>
            <p14:xfrm>
              <a:off x="603360" y="349200"/>
              <a:ext cx="11582640" cy="6324840"/>
            </p14:xfrm>
          </p:contentPart>
        </mc:Choice>
        <mc:Fallback>
          <p:pic>
            <p:nvPicPr>
              <p:cNvPr id="3" name="Entrada de lápiz 2">
                <a:extLst>
                  <a:ext uri="{FF2B5EF4-FFF2-40B4-BE49-F238E27FC236}">
                    <a16:creationId xmlns:a16="http://schemas.microsoft.com/office/drawing/2014/main" id="{5DA3F596-F4DC-AB8F-FE88-08457341873D}"/>
                  </a:ext>
                </a:extLst>
              </p:cNvPr>
              <p:cNvPicPr/>
              <p:nvPr/>
            </p:nvPicPr>
            <p:blipFill>
              <a:blip r:embed="rId4"/>
              <a:stretch>
                <a:fillRect/>
              </a:stretch>
            </p:blipFill>
            <p:spPr>
              <a:xfrm>
                <a:off x="594000" y="339840"/>
                <a:ext cx="11601360" cy="6343560"/>
              </a:xfrm>
              <a:prstGeom prst="rect">
                <a:avLst/>
              </a:prstGeom>
            </p:spPr>
          </p:pic>
        </mc:Fallback>
      </mc:AlternateContent>
    </p:spTree>
    <p:extLst>
      <p:ext uri="{BB962C8B-B14F-4D97-AF65-F5344CB8AC3E}">
        <p14:creationId xmlns:p14="http://schemas.microsoft.com/office/powerpoint/2010/main" val="34321552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D9E96F-47CB-1741-1989-A2EE0A099C25}"/>
              </a:ext>
            </a:extLst>
          </p:cNvPr>
          <p:cNvSpPr>
            <a:spLocks noGrp="1"/>
          </p:cNvSpPr>
          <p:nvPr>
            <p:ph type="title"/>
          </p:nvPr>
        </p:nvSpPr>
        <p:spPr>
          <a:xfrm>
            <a:off x="314632" y="255639"/>
            <a:ext cx="4719484" cy="1101213"/>
          </a:xfrm>
        </p:spPr>
        <p:txBody>
          <a:bodyPr>
            <a:normAutofit/>
          </a:bodyPr>
          <a:lstStyle/>
          <a:p>
            <a:pPr algn="ctr"/>
            <a:r>
              <a:rPr lang="es-PE" b="1" dirty="0"/>
              <a:t>Archivos de acceso aleatorio</a:t>
            </a:r>
          </a:p>
        </p:txBody>
      </p:sp>
      <p:pic>
        <p:nvPicPr>
          <p:cNvPr id="7" name="Marcador de contenido 6">
            <a:extLst>
              <a:ext uri="{FF2B5EF4-FFF2-40B4-BE49-F238E27FC236}">
                <a16:creationId xmlns:a16="http://schemas.microsoft.com/office/drawing/2014/main" id="{22B9FEAE-4AEE-F470-5470-2FB08A39AA11}"/>
              </a:ext>
            </a:extLst>
          </p:cNvPr>
          <p:cNvPicPr>
            <a:picLocks noGrp="1" noChangeAspect="1"/>
          </p:cNvPicPr>
          <p:nvPr>
            <p:ph idx="1"/>
          </p:nvPr>
        </p:nvPicPr>
        <p:blipFill>
          <a:blip r:embed="rId2"/>
          <a:stretch>
            <a:fillRect/>
          </a:stretch>
        </p:blipFill>
        <p:spPr>
          <a:xfrm>
            <a:off x="5122606" y="1356852"/>
            <a:ext cx="6984802" cy="4558301"/>
          </a:xfrm>
        </p:spPr>
      </p:pic>
      <p:sp>
        <p:nvSpPr>
          <p:cNvPr id="4" name="Marcador de texto 3">
            <a:extLst>
              <a:ext uri="{FF2B5EF4-FFF2-40B4-BE49-F238E27FC236}">
                <a16:creationId xmlns:a16="http://schemas.microsoft.com/office/drawing/2014/main" id="{AE630888-F665-6D09-7D8E-412A86E557D4}"/>
              </a:ext>
            </a:extLst>
          </p:cNvPr>
          <p:cNvSpPr>
            <a:spLocks noGrp="1"/>
          </p:cNvSpPr>
          <p:nvPr>
            <p:ph type="body" sz="half" idx="2"/>
          </p:nvPr>
        </p:nvSpPr>
        <p:spPr>
          <a:xfrm>
            <a:off x="226142" y="1356852"/>
            <a:ext cx="4957046" cy="5348748"/>
          </a:xfrm>
        </p:spPr>
        <p:txBody>
          <a:bodyPr>
            <a:normAutofit lnSpcReduction="10000"/>
          </a:bodyPr>
          <a:lstStyle/>
          <a:p>
            <a:r>
              <a:rPr lang="es-PE" sz="2400" dirty="0"/>
              <a:t>Este tipo de archivo te permite leer o escribir directamente en una posición específica del archivo, sin recorrerlo secuencialmente.</a:t>
            </a:r>
          </a:p>
          <a:p>
            <a:r>
              <a:rPr lang="es-PE" sz="2400" b="1" dirty="0"/>
              <a:t>¿Cómo funciona?</a:t>
            </a:r>
          </a:p>
          <a:p>
            <a:r>
              <a:rPr lang="es-PE" sz="2400" b="1" dirty="0" err="1"/>
              <a:t>seekp</a:t>
            </a:r>
            <a:r>
              <a:rPr lang="es-PE" sz="2400" b="1" dirty="0"/>
              <a:t>()</a:t>
            </a:r>
            <a:r>
              <a:rPr lang="es-PE" sz="2400" dirty="0"/>
              <a:t> → mueve el puntero de escritura a una posición específica.</a:t>
            </a:r>
          </a:p>
          <a:p>
            <a:r>
              <a:rPr lang="es-PE" sz="2400" b="1" dirty="0" err="1"/>
              <a:t>seekg</a:t>
            </a:r>
            <a:r>
              <a:rPr lang="es-PE" sz="2400" b="1" dirty="0"/>
              <a:t>()</a:t>
            </a:r>
            <a:r>
              <a:rPr lang="es-PE" sz="2400" dirty="0"/>
              <a:t> → mueve el puntero de lectura a una posición específica.</a:t>
            </a:r>
          </a:p>
          <a:p>
            <a:r>
              <a:rPr lang="es-PE" sz="2400" dirty="0"/>
              <a:t>La posición se calcula como:</a:t>
            </a:r>
          </a:p>
          <a:p>
            <a:r>
              <a:rPr lang="es-PE" sz="2000" dirty="0"/>
              <a:t>posición = índice * </a:t>
            </a:r>
            <a:r>
              <a:rPr lang="es-PE" sz="2000" dirty="0" err="1"/>
              <a:t>sizeof</a:t>
            </a:r>
            <a:r>
              <a:rPr lang="es-PE" sz="2000" dirty="0"/>
              <a:t>(Empleado)</a:t>
            </a:r>
          </a:p>
          <a:p>
            <a:r>
              <a:rPr lang="es-PE" sz="2400" dirty="0"/>
              <a:t>Así se puede ir directamente al registro deseado sin leer todo el archivo.</a:t>
            </a:r>
          </a:p>
        </p:txBody>
      </p:sp>
      <mc:AlternateContent xmlns:mc="http://schemas.openxmlformats.org/markup-compatibility/2006">
        <mc:Choice xmlns:p14="http://schemas.microsoft.com/office/powerpoint/2010/main" Requires="p14">
          <p:contentPart p14:bwMode="auto" r:id="rId3">
            <p14:nvContentPartPr>
              <p14:cNvPr id="3" name="Entrada de lápiz 2">
                <a:extLst>
                  <a:ext uri="{FF2B5EF4-FFF2-40B4-BE49-F238E27FC236}">
                    <a16:creationId xmlns:a16="http://schemas.microsoft.com/office/drawing/2014/main" id="{78AE53AD-BCB6-C46E-0F72-83DEECD0E82A}"/>
                  </a:ext>
                </a:extLst>
              </p14:cNvPr>
              <p14:cNvContentPartPr/>
              <p14:nvPr/>
            </p14:nvContentPartPr>
            <p14:xfrm>
              <a:off x="438120" y="50760"/>
              <a:ext cx="11601720" cy="6585480"/>
            </p14:xfrm>
          </p:contentPart>
        </mc:Choice>
        <mc:Fallback>
          <p:pic>
            <p:nvPicPr>
              <p:cNvPr id="3" name="Entrada de lápiz 2">
                <a:extLst>
                  <a:ext uri="{FF2B5EF4-FFF2-40B4-BE49-F238E27FC236}">
                    <a16:creationId xmlns:a16="http://schemas.microsoft.com/office/drawing/2014/main" id="{78AE53AD-BCB6-C46E-0F72-83DEECD0E82A}"/>
                  </a:ext>
                </a:extLst>
              </p:cNvPr>
              <p:cNvPicPr/>
              <p:nvPr/>
            </p:nvPicPr>
            <p:blipFill>
              <a:blip r:embed="rId4"/>
              <a:stretch>
                <a:fillRect/>
              </a:stretch>
            </p:blipFill>
            <p:spPr>
              <a:xfrm>
                <a:off x="428760" y="41400"/>
                <a:ext cx="11620440" cy="6604200"/>
              </a:xfrm>
              <a:prstGeom prst="rect">
                <a:avLst/>
              </a:prstGeom>
            </p:spPr>
          </p:pic>
        </mc:Fallback>
      </mc:AlternateContent>
    </p:spTree>
    <p:extLst>
      <p:ext uri="{BB962C8B-B14F-4D97-AF65-F5344CB8AC3E}">
        <p14:creationId xmlns:p14="http://schemas.microsoft.com/office/powerpoint/2010/main" val="8619398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076BA4-9EA5-0ED4-ED98-DABF1114F2E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4C993CB-1AD8-17F1-FD5F-48233A534129}"/>
              </a:ext>
            </a:extLst>
          </p:cNvPr>
          <p:cNvSpPr>
            <a:spLocks noGrp="1"/>
          </p:cNvSpPr>
          <p:nvPr>
            <p:ph type="title"/>
          </p:nvPr>
        </p:nvSpPr>
        <p:spPr>
          <a:xfrm>
            <a:off x="314632" y="255639"/>
            <a:ext cx="4719484" cy="1101213"/>
          </a:xfrm>
        </p:spPr>
        <p:txBody>
          <a:bodyPr>
            <a:normAutofit/>
          </a:bodyPr>
          <a:lstStyle/>
          <a:p>
            <a:pPr algn="ctr"/>
            <a:r>
              <a:rPr lang="es-PE" b="1" dirty="0"/>
              <a:t>Archivos de acceso aleatorio</a:t>
            </a:r>
          </a:p>
        </p:txBody>
      </p:sp>
      <p:sp>
        <p:nvSpPr>
          <p:cNvPr id="4" name="Marcador de texto 3">
            <a:extLst>
              <a:ext uri="{FF2B5EF4-FFF2-40B4-BE49-F238E27FC236}">
                <a16:creationId xmlns:a16="http://schemas.microsoft.com/office/drawing/2014/main" id="{F1349285-02EA-DAB0-CA83-5DFF4B8BDCA1}"/>
              </a:ext>
            </a:extLst>
          </p:cNvPr>
          <p:cNvSpPr>
            <a:spLocks noGrp="1"/>
          </p:cNvSpPr>
          <p:nvPr>
            <p:ph type="body" sz="half" idx="2"/>
          </p:nvPr>
        </p:nvSpPr>
        <p:spPr>
          <a:xfrm>
            <a:off x="226142" y="1356852"/>
            <a:ext cx="4957046" cy="5348748"/>
          </a:xfrm>
        </p:spPr>
        <p:txBody>
          <a:bodyPr>
            <a:normAutofit/>
          </a:bodyPr>
          <a:lstStyle/>
          <a:p>
            <a:pPr marL="457200" indent="-457200">
              <a:buAutoNum type="arabicPeriod"/>
            </a:pPr>
            <a:r>
              <a:rPr lang="es-PE" sz="2000" dirty="0" err="1"/>
              <a:t>fstream</a:t>
            </a:r>
            <a:r>
              <a:rPr lang="es-PE" sz="2000" dirty="0"/>
              <a:t> archivo(...)</a:t>
            </a:r>
            <a:r>
              <a:rPr lang="es-PE" sz="2000" dirty="0" err="1"/>
              <a:t>fstream</a:t>
            </a:r>
            <a:r>
              <a:rPr lang="es-PE" sz="2000" dirty="0"/>
              <a:t> es una clase de flujo de archivo que permite leer y escribir en archivos.</a:t>
            </a:r>
          </a:p>
          <a:p>
            <a:pPr marL="457200" indent="-457200">
              <a:buAutoNum type="arabicPeriod"/>
            </a:pPr>
            <a:r>
              <a:rPr lang="es-PE" sz="2000" dirty="0"/>
              <a:t>archivo es el nombre del objeto que representará el archivo en el programa.</a:t>
            </a:r>
          </a:p>
          <a:p>
            <a:pPr marL="457200" indent="-457200">
              <a:buAutoNum type="arabicPeriod"/>
            </a:pPr>
            <a:r>
              <a:rPr lang="es-PE" sz="2000" dirty="0" err="1"/>
              <a:t>NOMBRE_ARCHIVOes</a:t>
            </a:r>
            <a:r>
              <a:rPr lang="es-PE" sz="2000" dirty="0"/>
              <a:t> el nombre del archivo a abrir. "empleados.dat". Se espera que sea una cadena de caracteres (</a:t>
            </a:r>
            <a:r>
              <a:rPr lang="es-PE" sz="2000" dirty="0" err="1"/>
              <a:t>const</a:t>
            </a:r>
            <a:r>
              <a:rPr lang="es-PE" sz="2000" dirty="0"/>
              <a:t> </a:t>
            </a:r>
            <a:r>
              <a:rPr lang="es-PE" sz="2000" dirty="0" err="1"/>
              <a:t>char</a:t>
            </a:r>
            <a:r>
              <a:rPr lang="es-PE" sz="2000" dirty="0"/>
              <a:t>* o </a:t>
            </a:r>
            <a:r>
              <a:rPr lang="es-PE" sz="2000" dirty="0" err="1"/>
              <a:t>string</a:t>
            </a:r>
            <a:r>
              <a:rPr lang="es-PE" sz="2000" dirty="0"/>
              <a:t>) con la ruta al archivo.</a:t>
            </a:r>
          </a:p>
          <a:p>
            <a:pPr marL="457200" indent="-457200">
              <a:buAutoNum type="arabicPeriod"/>
            </a:pPr>
            <a:r>
              <a:rPr lang="es-PE" sz="2000" dirty="0" err="1"/>
              <a:t>ios</a:t>
            </a:r>
            <a:r>
              <a:rPr lang="es-PE" sz="2000" dirty="0"/>
              <a:t>::in | </a:t>
            </a:r>
            <a:r>
              <a:rPr lang="es-PE" sz="2000" dirty="0" err="1"/>
              <a:t>ios</a:t>
            </a:r>
            <a:r>
              <a:rPr lang="es-PE" sz="2000" dirty="0"/>
              <a:t>::</a:t>
            </a:r>
            <a:r>
              <a:rPr lang="es-PE" sz="2000" dirty="0" err="1"/>
              <a:t>out</a:t>
            </a:r>
            <a:r>
              <a:rPr lang="es-PE" sz="2000" dirty="0"/>
              <a:t> | </a:t>
            </a:r>
            <a:r>
              <a:rPr lang="es-PE" sz="2000" dirty="0" err="1"/>
              <a:t>ios</a:t>
            </a:r>
            <a:r>
              <a:rPr lang="es-PE" sz="2000" dirty="0"/>
              <a:t>::</a:t>
            </a:r>
            <a:r>
              <a:rPr lang="es-PE" sz="2000" dirty="0" err="1"/>
              <a:t>binary</a:t>
            </a:r>
            <a:endParaRPr lang="es-PE" sz="2000" dirty="0"/>
          </a:p>
          <a:p>
            <a:pPr marL="457200" indent="-457200">
              <a:buAutoNum type="arabicPeriod"/>
            </a:pPr>
            <a:endParaRPr lang="es-PE" sz="2000" dirty="0"/>
          </a:p>
        </p:txBody>
      </p:sp>
      <p:pic>
        <p:nvPicPr>
          <p:cNvPr id="8" name="Marcador de contenido 7">
            <a:extLst>
              <a:ext uri="{FF2B5EF4-FFF2-40B4-BE49-F238E27FC236}">
                <a16:creationId xmlns:a16="http://schemas.microsoft.com/office/drawing/2014/main" id="{88569E27-0C59-3186-31BE-26B81D9EEF81}"/>
              </a:ext>
            </a:extLst>
          </p:cNvPr>
          <p:cNvPicPr>
            <a:picLocks noGrp="1" noChangeAspect="1"/>
          </p:cNvPicPr>
          <p:nvPr>
            <p:ph idx="1"/>
          </p:nvPr>
        </p:nvPicPr>
        <p:blipFill>
          <a:blip r:embed="rId2"/>
          <a:stretch>
            <a:fillRect/>
          </a:stretch>
        </p:blipFill>
        <p:spPr>
          <a:xfrm>
            <a:off x="5183188" y="152401"/>
            <a:ext cx="6925076" cy="6553200"/>
          </a:xfrm>
        </p:spPr>
      </p:pic>
      <p:pic>
        <p:nvPicPr>
          <p:cNvPr id="11" name="Imagen 10">
            <a:extLst>
              <a:ext uri="{FF2B5EF4-FFF2-40B4-BE49-F238E27FC236}">
                <a16:creationId xmlns:a16="http://schemas.microsoft.com/office/drawing/2014/main" id="{6DF4BEC3-7763-810A-C719-9E82D6F80671}"/>
              </a:ext>
            </a:extLst>
          </p:cNvPr>
          <p:cNvPicPr>
            <a:picLocks noChangeAspect="1"/>
          </p:cNvPicPr>
          <p:nvPr/>
        </p:nvPicPr>
        <p:blipFill>
          <a:blip r:embed="rId3"/>
          <a:stretch>
            <a:fillRect/>
          </a:stretch>
        </p:blipFill>
        <p:spPr>
          <a:xfrm>
            <a:off x="83736" y="4742821"/>
            <a:ext cx="4950380" cy="2039815"/>
          </a:xfrm>
          <a:prstGeom prst="rect">
            <a:avLst/>
          </a:prstGeom>
        </p:spPr>
      </p:pic>
      <mc:AlternateContent xmlns:mc="http://schemas.openxmlformats.org/markup-compatibility/2006">
        <mc:Choice xmlns:p14="http://schemas.microsoft.com/office/powerpoint/2010/main" Requires="p14">
          <p:contentPart p14:bwMode="auto" r:id="rId4">
            <p14:nvContentPartPr>
              <p14:cNvPr id="3" name="Entrada de lápiz 2">
                <a:extLst>
                  <a:ext uri="{FF2B5EF4-FFF2-40B4-BE49-F238E27FC236}">
                    <a16:creationId xmlns:a16="http://schemas.microsoft.com/office/drawing/2014/main" id="{1C879E2B-3712-74CE-0BA7-6A0970488B8F}"/>
                  </a:ext>
                </a:extLst>
              </p14:cNvPr>
              <p14:cNvContentPartPr/>
              <p14:nvPr/>
            </p14:nvContentPartPr>
            <p14:xfrm>
              <a:off x="311040" y="38160"/>
              <a:ext cx="11874960" cy="4597560"/>
            </p14:xfrm>
          </p:contentPart>
        </mc:Choice>
        <mc:Fallback>
          <p:pic>
            <p:nvPicPr>
              <p:cNvPr id="3" name="Entrada de lápiz 2">
                <a:extLst>
                  <a:ext uri="{FF2B5EF4-FFF2-40B4-BE49-F238E27FC236}">
                    <a16:creationId xmlns:a16="http://schemas.microsoft.com/office/drawing/2014/main" id="{1C879E2B-3712-74CE-0BA7-6A0970488B8F}"/>
                  </a:ext>
                </a:extLst>
              </p:cNvPr>
              <p:cNvPicPr/>
              <p:nvPr/>
            </p:nvPicPr>
            <p:blipFill>
              <a:blip r:embed="rId5"/>
              <a:stretch>
                <a:fillRect/>
              </a:stretch>
            </p:blipFill>
            <p:spPr>
              <a:xfrm>
                <a:off x="301680" y="28800"/>
                <a:ext cx="11893680" cy="4616280"/>
              </a:xfrm>
              <a:prstGeom prst="rect">
                <a:avLst/>
              </a:prstGeom>
            </p:spPr>
          </p:pic>
        </mc:Fallback>
      </mc:AlternateContent>
    </p:spTree>
    <p:extLst>
      <p:ext uri="{BB962C8B-B14F-4D97-AF65-F5344CB8AC3E}">
        <p14:creationId xmlns:p14="http://schemas.microsoft.com/office/powerpoint/2010/main" val="13716445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703189A0-6877-9475-2F02-32C08C7F10D7}"/>
              </a:ext>
            </a:extLst>
          </p:cNvPr>
          <p:cNvSpPr>
            <a:spLocks noGrp="1"/>
          </p:cNvSpPr>
          <p:nvPr>
            <p:ph type="title"/>
          </p:nvPr>
        </p:nvSpPr>
        <p:spPr>
          <a:xfrm>
            <a:off x="838200" y="365126"/>
            <a:ext cx="10515600" cy="1060552"/>
          </a:xfrm>
        </p:spPr>
        <p:txBody>
          <a:bodyPr/>
          <a:lstStyle/>
          <a:p>
            <a:r>
              <a:rPr lang="es-PE" dirty="0"/>
              <a:t>¿Que es </a:t>
            </a:r>
            <a:r>
              <a:rPr lang="es-PE" dirty="0" err="1"/>
              <a:t>streampos</a:t>
            </a:r>
            <a:r>
              <a:rPr lang="es-PE" dirty="0"/>
              <a:t>?</a:t>
            </a:r>
          </a:p>
        </p:txBody>
      </p:sp>
      <p:pic>
        <p:nvPicPr>
          <p:cNvPr id="6" name="Marcador de contenido 5">
            <a:extLst>
              <a:ext uri="{FF2B5EF4-FFF2-40B4-BE49-F238E27FC236}">
                <a16:creationId xmlns:a16="http://schemas.microsoft.com/office/drawing/2014/main" id="{AE76C516-2DDF-DD28-DE37-3188DEB8EB6E}"/>
              </a:ext>
            </a:extLst>
          </p:cNvPr>
          <p:cNvPicPr>
            <a:picLocks noGrp="1" noChangeAspect="1"/>
          </p:cNvPicPr>
          <p:nvPr>
            <p:ph idx="4294967295"/>
          </p:nvPr>
        </p:nvPicPr>
        <p:blipFill>
          <a:blip r:embed="rId2"/>
          <a:stretch>
            <a:fillRect/>
          </a:stretch>
        </p:blipFill>
        <p:spPr>
          <a:xfrm>
            <a:off x="838200" y="1690688"/>
            <a:ext cx="7427912" cy="4962525"/>
          </a:xfrm>
          <a:prstGeom prst="rect">
            <a:avLst/>
          </a:prstGeom>
        </p:spPr>
      </p:pic>
      <mc:AlternateContent xmlns:mc="http://schemas.openxmlformats.org/markup-compatibility/2006">
        <mc:Choice xmlns:p14="http://schemas.microsoft.com/office/powerpoint/2010/main" Requires="p14">
          <p:contentPart p14:bwMode="auto" r:id="rId3">
            <p14:nvContentPartPr>
              <p14:cNvPr id="8" name="Entrada de lápiz 7">
                <a:extLst>
                  <a:ext uri="{FF2B5EF4-FFF2-40B4-BE49-F238E27FC236}">
                    <a16:creationId xmlns:a16="http://schemas.microsoft.com/office/drawing/2014/main" id="{291E609E-BA99-F649-1248-AF4BA6835D07}"/>
                  </a:ext>
                </a:extLst>
              </p14:cNvPr>
              <p14:cNvContentPartPr/>
              <p14:nvPr/>
            </p14:nvContentPartPr>
            <p14:xfrm>
              <a:off x="1231920" y="1276200"/>
              <a:ext cx="8845920" cy="4985280"/>
            </p14:xfrm>
          </p:contentPart>
        </mc:Choice>
        <mc:Fallback>
          <p:pic>
            <p:nvPicPr>
              <p:cNvPr id="8" name="Entrada de lápiz 7">
                <a:extLst>
                  <a:ext uri="{FF2B5EF4-FFF2-40B4-BE49-F238E27FC236}">
                    <a16:creationId xmlns:a16="http://schemas.microsoft.com/office/drawing/2014/main" id="{291E609E-BA99-F649-1248-AF4BA6835D07}"/>
                  </a:ext>
                </a:extLst>
              </p:cNvPr>
              <p:cNvPicPr/>
              <p:nvPr/>
            </p:nvPicPr>
            <p:blipFill>
              <a:blip r:embed="rId4"/>
              <a:stretch>
                <a:fillRect/>
              </a:stretch>
            </p:blipFill>
            <p:spPr>
              <a:xfrm>
                <a:off x="1222560" y="1266840"/>
                <a:ext cx="8864640" cy="5004000"/>
              </a:xfrm>
              <a:prstGeom prst="rect">
                <a:avLst/>
              </a:prstGeom>
            </p:spPr>
          </p:pic>
        </mc:Fallback>
      </mc:AlternateContent>
    </p:spTree>
    <p:extLst>
      <p:ext uri="{BB962C8B-B14F-4D97-AF65-F5344CB8AC3E}">
        <p14:creationId xmlns:p14="http://schemas.microsoft.com/office/powerpoint/2010/main" val="27928405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AC920-7C3F-3CC5-96F7-4C68FD563165}"/>
            </a:ext>
          </a:extLst>
        </p:cNvPr>
        <p:cNvGrpSpPr/>
        <p:nvPr/>
      </p:nvGrpSpPr>
      <p:grpSpPr>
        <a:xfrm>
          <a:off x="0" y="0"/>
          <a:ext cx="0" cy="0"/>
          <a:chOff x="0" y="0"/>
          <a:chExt cx="0" cy="0"/>
        </a:xfrm>
      </p:grpSpPr>
      <p:sp>
        <p:nvSpPr>
          <p:cNvPr id="7" name="Título 6">
            <a:extLst>
              <a:ext uri="{FF2B5EF4-FFF2-40B4-BE49-F238E27FC236}">
                <a16:creationId xmlns:a16="http://schemas.microsoft.com/office/drawing/2014/main" id="{63B044B4-CAD2-2A4B-B669-975A2CCB9412}"/>
              </a:ext>
            </a:extLst>
          </p:cNvPr>
          <p:cNvSpPr>
            <a:spLocks noGrp="1"/>
          </p:cNvSpPr>
          <p:nvPr>
            <p:ph type="title"/>
          </p:nvPr>
        </p:nvSpPr>
        <p:spPr>
          <a:xfrm>
            <a:off x="838200" y="365126"/>
            <a:ext cx="10515600" cy="1060552"/>
          </a:xfrm>
        </p:spPr>
        <p:txBody>
          <a:bodyPr/>
          <a:lstStyle/>
          <a:p>
            <a:r>
              <a:rPr lang="es-PE" dirty="0"/>
              <a:t>¿Que es </a:t>
            </a:r>
            <a:r>
              <a:rPr lang="es-PE" dirty="0" err="1"/>
              <a:t>streamoff</a:t>
            </a:r>
            <a:r>
              <a:rPr lang="es-PE" dirty="0"/>
              <a:t>?</a:t>
            </a:r>
          </a:p>
        </p:txBody>
      </p:sp>
      <p:pic>
        <p:nvPicPr>
          <p:cNvPr id="3" name="Imagen 2">
            <a:extLst>
              <a:ext uri="{FF2B5EF4-FFF2-40B4-BE49-F238E27FC236}">
                <a16:creationId xmlns:a16="http://schemas.microsoft.com/office/drawing/2014/main" id="{76385621-7530-C54A-B1F5-45A569892113}"/>
              </a:ext>
            </a:extLst>
          </p:cNvPr>
          <p:cNvPicPr>
            <a:picLocks noChangeAspect="1"/>
          </p:cNvPicPr>
          <p:nvPr/>
        </p:nvPicPr>
        <p:blipFill>
          <a:blip r:embed="rId2"/>
          <a:stretch>
            <a:fillRect/>
          </a:stretch>
        </p:blipFill>
        <p:spPr>
          <a:xfrm>
            <a:off x="648225" y="1866361"/>
            <a:ext cx="9134311" cy="4243035"/>
          </a:xfrm>
          <a:prstGeom prst="rect">
            <a:avLst/>
          </a:prstGeom>
        </p:spPr>
      </p:pic>
      <mc:AlternateContent xmlns:mc="http://schemas.openxmlformats.org/markup-compatibility/2006">
        <mc:Choice xmlns:p14="http://schemas.microsoft.com/office/powerpoint/2010/main" Requires="p14">
          <p:contentPart p14:bwMode="auto" r:id="rId3">
            <p14:nvContentPartPr>
              <p14:cNvPr id="4" name="Entrada de lápiz 3">
                <a:extLst>
                  <a:ext uri="{FF2B5EF4-FFF2-40B4-BE49-F238E27FC236}">
                    <a16:creationId xmlns:a16="http://schemas.microsoft.com/office/drawing/2014/main" id="{660FEC97-B63B-15E4-0746-00D7B6934C96}"/>
                  </a:ext>
                </a:extLst>
              </p14:cNvPr>
              <p14:cNvContentPartPr/>
              <p14:nvPr/>
            </p14:nvContentPartPr>
            <p14:xfrm>
              <a:off x="1295280" y="1282680"/>
              <a:ext cx="10890720" cy="5232600"/>
            </p14:xfrm>
          </p:contentPart>
        </mc:Choice>
        <mc:Fallback>
          <p:pic>
            <p:nvPicPr>
              <p:cNvPr id="4" name="Entrada de lápiz 3">
                <a:extLst>
                  <a:ext uri="{FF2B5EF4-FFF2-40B4-BE49-F238E27FC236}">
                    <a16:creationId xmlns:a16="http://schemas.microsoft.com/office/drawing/2014/main" id="{660FEC97-B63B-15E4-0746-00D7B6934C96}"/>
                  </a:ext>
                </a:extLst>
              </p:cNvPr>
              <p:cNvPicPr/>
              <p:nvPr/>
            </p:nvPicPr>
            <p:blipFill>
              <a:blip r:embed="rId4"/>
              <a:stretch>
                <a:fillRect/>
              </a:stretch>
            </p:blipFill>
            <p:spPr>
              <a:xfrm>
                <a:off x="1285920" y="1273320"/>
                <a:ext cx="10909440" cy="5251320"/>
              </a:xfrm>
              <a:prstGeom prst="rect">
                <a:avLst/>
              </a:prstGeom>
            </p:spPr>
          </p:pic>
        </mc:Fallback>
      </mc:AlternateContent>
    </p:spTree>
    <p:extLst>
      <p:ext uri="{BB962C8B-B14F-4D97-AF65-F5344CB8AC3E}">
        <p14:creationId xmlns:p14="http://schemas.microsoft.com/office/powerpoint/2010/main" val="26624597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FADEF8-F0D8-3152-B176-29E5DB12496C}"/>
              </a:ext>
            </a:extLst>
          </p:cNvPr>
          <p:cNvSpPr>
            <a:spLocks noGrp="1"/>
          </p:cNvSpPr>
          <p:nvPr>
            <p:ph type="title"/>
          </p:nvPr>
        </p:nvSpPr>
        <p:spPr/>
        <p:txBody>
          <a:bodyPr/>
          <a:lstStyle/>
          <a:p>
            <a:pPr algn="ctr"/>
            <a:r>
              <a:rPr lang="es-PE" dirty="0"/>
              <a:t>Como funcionan juntos</a:t>
            </a:r>
          </a:p>
        </p:txBody>
      </p:sp>
      <p:pic>
        <p:nvPicPr>
          <p:cNvPr id="4" name="Imagen 3">
            <a:extLst>
              <a:ext uri="{FF2B5EF4-FFF2-40B4-BE49-F238E27FC236}">
                <a16:creationId xmlns:a16="http://schemas.microsoft.com/office/drawing/2014/main" id="{15F011B4-A0AA-EC9F-7859-DFE65F66897E}"/>
              </a:ext>
            </a:extLst>
          </p:cNvPr>
          <p:cNvPicPr>
            <a:picLocks noChangeAspect="1"/>
          </p:cNvPicPr>
          <p:nvPr/>
        </p:nvPicPr>
        <p:blipFill>
          <a:blip r:embed="rId2"/>
          <a:stretch>
            <a:fillRect/>
          </a:stretch>
        </p:blipFill>
        <p:spPr>
          <a:xfrm>
            <a:off x="1476304" y="2210305"/>
            <a:ext cx="9239391" cy="4110108"/>
          </a:xfrm>
          <a:prstGeom prst="rect">
            <a:avLst/>
          </a:prstGeom>
        </p:spPr>
      </p:pic>
      <mc:AlternateContent xmlns:mc="http://schemas.openxmlformats.org/markup-compatibility/2006">
        <mc:Choice xmlns:p14="http://schemas.microsoft.com/office/powerpoint/2010/main" Requires="p14">
          <p:contentPart p14:bwMode="auto" r:id="rId3">
            <p14:nvContentPartPr>
              <p14:cNvPr id="5" name="Entrada de lápiz 4">
                <a:extLst>
                  <a:ext uri="{FF2B5EF4-FFF2-40B4-BE49-F238E27FC236}">
                    <a16:creationId xmlns:a16="http://schemas.microsoft.com/office/drawing/2014/main" id="{769527BE-32B0-2360-E615-2E5BEFE93DED}"/>
                  </a:ext>
                </a:extLst>
              </p14:cNvPr>
              <p14:cNvContentPartPr/>
              <p14:nvPr/>
            </p14:nvContentPartPr>
            <p14:xfrm>
              <a:off x="2057400" y="272880"/>
              <a:ext cx="10128600" cy="5315400"/>
            </p14:xfrm>
          </p:contentPart>
        </mc:Choice>
        <mc:Fallback>
          <p:pic>
            <p:nvPicPr>
              <p:cNvPr id="5" name="Entrada de lápiz 4">
                <a:extLst>
                  <a:ext uri="{FF2B5EF4-FFF2-40B4-BE49-F238E27FC236}">
                    <a16:creationId xmlns:a16="http://schemas.microsoft.com/office/drawing/2014/main" id="{769527BE-32B0-2360-E615-2E5BEFE93DED}"/>
                  </a:ext>
                </a:extLst>
              </p:cNvPr>
              <p:cNvPicPr/>
              <p:nvPr/>
            </p:nvPicPr>
            <p:blipFill>
              <a:blip r:embed="rId4"/>
              <a:stretch>
                <a:fillRect/>
              </a:stretch>
            </p:blipFill>
            <p:spPr>
              <a:xfrm>
                <a:off x="2048040" y="263520"/>
                <a:ext cx="10147320" cy="5334120"/>
              </a:xfrm>
              <a:prstGeom prst="rect">
                <a:avLst/>
              </a:prstGeom>
            </p:spPr>
          </p:pic>
        </mc:Fallback>
      </mc:AlternateContent>
    </p:spTree>
    <p:extLst>
      <p:ext uri="{BB962C8B-B14F-4D97-AF65-F5344CB8AC3E}">
        <p14:creationId xmlns:p14="http://schemas.microsoft.com/office/powerpoint/2010/main" val="61373107"/>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4069</TotalTime>
  <Words>1066</Words>
  <Application>Microsoft Office PowerPoint</Application>
  <PresentationFormat>Panorámica</PresentationFormat>
  <Paragraphs>104</Paragraphs>
  <Slides>21</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21</vt:i4>
      </vt:variant>
    </vt:vector>
  </HeadingPairs>
  <TitlesOfParts>
    <vt:vector size="26" baseType="lpstr">
      <vt:lpstr>Aptos</vt:lpstr>
      <vt:lpstr>Aptos Display</vt:lpstr>
      <vt:lpstr>Arial</vt:lpstr>
      <vt:lpstr>Arial Black</vt:lpstr>
      <vt:lpstr>Tema de Office</vt:lpstr>
      <vt:lpstr>Archivos</vt:lpstr>
      <vt:lpstr> ¿Qué es un archivo?</vt:lpstr>
      <vt:lpstr>Archivos físicos vs archivos lógicos</vt:lpstr>
      <vt:lpstr>Archivos de texto</vt:lpstr>
      <vt:lpstr>Organización de archivos y modos de acceso</vt:lpstr>
      <vt:lpstr>Operaciones sobre archivos</vt:lpstr>
      <vt:lpstr>Mantenimiento de archivos</vt:lpstr>
      <vt:lpstr>Archivos binarios</vt:lpstr>
      <vt:lpstr>Resumen clave</vt:lpstr>
      <vt:lpstr>Ejercicio 1</vt:lpstr>
      <vt:lpstr>Ejercicio 1</vt:lpstr>
      <vt:lpstr>Caso: costos mínimos de transporte o eventos escalonados en una secuencia de distancias.</vt:lpstr>
      <vt:lpstr>Asignación dinámica</vt:lpstr>
      <vt:lpstr>Problemas con este enfoque:</vt:lpstr>
      <vt:lpstr>Archivos binarios</vt:lpstr>
      <vt:lpstr>Archivos binarios</vt:lpstr>
      <vt:lpstr>Archivos de acceso aleatorio</vt:lpstr>
      <vt:lpstr>Archivos de acceso aleatorio</vt:lpstr>
      <vt:lpstr>¿Que es streampos?</vt:lpstr>
      <vt:lpstr>¿Que es streamoff?</vt:lpstr>
      <vt:lpstr>Como funcionan juntos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Zoraida Emperatriz Mamani Rodriguez</dc:creator>
  <cp:lastModifiedBy>Zoraida Emperatriz Mamani Rodriguez</cp:lastModifiedBy>
  <cp:revision>26</cp:revision>
  <dcterms:created xsi:type="dcterms:W3CDTF">2025-06-05T04:43:00Z</dcterms:created>
  <dcterms:modified xsi:type="dcterms:W3CDTF">2025-11-18T19:41:59Z</dcterms:modified>
</cp:coreProperties>
</file>